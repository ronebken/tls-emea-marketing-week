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60" r:id="rId2"/>
    <p:sldId id="276" r:id="rId3"/>
    <p:sldId id="266" r:id="rId4"/>
    <p:sldId id="275" r:id="rId5"/>
    <p:sldId id="277" r:id="rId6"/>
    <p:sldId id="278" r:id="rId7"/>
    <p:sldId id="279" r:id="rId8"/>
    <p:sldId id="280" r:id="rId9"/>
    <p:sldId id="281" r:id="rId10"/>
    <p:sldId id="264" r:id="rId11"/>
    <p:sldId id="262" r:id="rId12"/>
    <p:sldId id="261" r:id="rId13"/>
    <p:sldId id="268" r:id="rId14"/>
    <p:sldId id="267" r:id="rId15"/>
    <p:sldId id="263" r:id="rId16"/>
    <p:sldId id="265" r:id="rId17"/>
    <p:sldId id="269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1E6"/>
    <a:srgbClr val="0043CE"/>
    <a:srgbClr val="000000"/>
    <a:srgbClr val="FFFFFF"/>
    <a:srgbClr val="D4BBFF"/>
    <a:srgbClr val="6929C4"/>
    <a:srgbClr val="78A9FF"/>
    <a:srgbClr val="4589FF"/>
    <a:srgbClr val="FFF1F1"/>
    <a:srgbClr val="1C0F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773538-3691-0A47-9F23-194A3B913AE5}" v="102" dt="2026-02-18T10:48:09.858"/>
    <p1510:client id="{CEAAFACA-F973-3BFD-8725-FDB0932C4761}" v="182" dt="2026-02-18T10:08:15.2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45"/>
    <p:restoredTop sz="94640"/>
  </p:normalViewPr>
  <p:slideViewPr>
    <p:cSldViewPr snapToGrid="0" snapToObjects="1">
      <p:cViewPr varScale="1">
        <p:scale>
          <a:sx n="204" d="100"/>
          <a:sy n="204" d="100"/>
        </p:scale>
        <p:origin x="216" y="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Andrade" userId="S::aaron.andrade@ibm.com::f6ab82bd-0746-4adb-b54d-14f9e7e774a0" providerId="AD" clId="Web-{CEAAFACA-F973-3BFD-8725-FDB0932C4761}"/>
    <pc:docChg chg="modSld">
      <pc:chgData name="Aaron Andrade" userId="S::aaron.andrade@ibm.com::f6ab82bd-0746-4adb-b54d-14f9e7e774a0" providerId="AD" clId="Web-{CEAAFACA-F973-3BFD-8725-FDB0932C4761}" dt="2026-02-18T10:08:14.203" v="99" actId="20577"/>
      <pc:docMkLst>
        <pc:docMk/>
      </pc:docMkLst>
      <pc:sldChg chg="modSp">
        <pc:chgData name="Aaron Andrade" userId="S::aaron.andrade@ibm.com::f6ab82bd-0746-4adb-b54d-14f9e7e774a0" providerId="AD" clId="Web-{CEAAFACA-F973-3BFD-8725-FDB0932C4761}" dt="2026-02-18T10:08:14.203" v="99" actId="20577"/>
        <pc:sldMkLst>
          <pc:docMk/>
          <pc:sldMk cId="1914650978" sldId="267"/>
        </pc:sldMkLst>
        <pc:spChg chg="mod">
          <ac:chgData name="Aaron Andrade" userId="S::aaron.andrade@ibm.com::f6ab82bd-0746-4adb-b54d-14f9e7e774a0" providerId="AD" clId="Web-{CEAAFACA-F973-3BFD-8725-FDB0932C4761}" dt="2026-02-18T10:08:14.203" v="99" actId="20577"/>
          <ac:spMkLst>
            <pc:docMk/>
            <pc:sldMk cId="1914650978" sldId="267"/>
            <ac:spMk id="3" creationId="{D990FF37-1879-B79C-1159-45EC9A396068}"/>
          </ac:spMkLst>
        </pc:spChg>
      </pc:sldChg>
    </pc:docChg>
  </pc:docChgLst>
  <pc:docChgLst>
    <pc:chgData name="Maurice Haghighi Pajouh" userId="092cc9d1-7598-4713-831a-52d09f4d3d52" providerId="ADAL" clId="{19C410B3-F811-5142-B48E-5C1EA0087195}"/>
    <pc:docChg chg="undo custSel addSld delSld modSld sldOrd">
      <pc:chgData name="Maurice Haghighi Pajouh" userId="092cc9d1-7598-4713-831a-52d09f4d3d52" providerId="ADAL" clId="{19C410B3-F811-5142-B48E-5C1EA0087195}" dt="2026-02-18T10:52:14.654" v="8317" actId="1076"/>
      <pc:docMkLst>
        <pc:docMk/>
      </pc:docMkLst>
      <pc:sldChg chg="modSp del mod">
        <pc:chgData name="Maurice Haghighi Pajouh" userId="092cc9d1-7598-4713-831a-52d09f4d3d52" providerId="ADAL" clId="{19C410B3-F811-5142-B48E-5C1EA0087195}" dt="2026-02-17T10:56:13.950" v="2044" actId="2696"/>
        <pc:sldMkLst>
          <pc:docMk/>
          <pc:sldMk cId="0" sldId="256"/>
        </pc:sldMkLst>
        <pc:spChg chg="mod">
          <ac:chgData name="Maurice Haghighi Pajouh" userId="092cc9d1-7598-4713-831a-52d09f4d3d52" providerId="ADAL" clId="{19C410B3-F811-5142-B48E-5C1EA0087195}" dt="2026-02-17T10:35:42.714" v="16" actId="20577"/>
          <ac:spMkLst>
            <pc:docMk/>
            <pc:sldMk cId="0" sldId="256"/>
            <ac:spMk id="2" creationId="{00000000-0000-0000-0000-000000000000}"/>
          </ac:spMkLst>
        </pc:spChg>
      </pc:sldChg>
      <pc:sldChg chg="del">
        <pc:chgData name="Maurice Haghighi Pajouh" userId="092cc9d1-7598-4713-831a-52d09f4d3d52" providerId="ADAL" clId="{19C410B3-F811-5142-B48E-5C1EA0087195}" dt="2026-02-17T10:56:19.442" v="2045" actId="2696"/>
        <pc:sldMkLst>
          <pc:docMk/>
          <pc:sldMk cId="0" sldId="257"/>
        </pc:sldMkLst>
      </pc:sldChg>
      <pc:sldChg chg="del">
        <pc:chgData name="Maurice Haghighi Pajouh" userId="092cc9d1-7598-4713-831a-52d09f4d3d52" providerId="ADAL" clId="{19C410B3-F811-5142-B48E-5C1EA0087195}" dt="2026-02-17T10:56:20.838" v="2046" actId="2696"/>
        <pc:sldMkLst>
          <pc:docMk/>
          <pc:sldMk cId="0" sldId="258"/>
        </pc:sldMkLst>
      </pc:sldChg>
      <pc:sldChg chg="del">
        <pc:chgData name="Maurice Haghighi Pajouh" userId="092cc9d1-7598-4713-831a-52d09f4d3d52" providerId="ADAL" clId="{19C410B3-F811-5142-B48E-5C1EA0087195}" dt="2026-02-17T11:15:34.529" v="3831" actId="2696"/>
        <pc:sldMkLst>
          <pc:docMk/>
          <pc:sldMk cId="0" sldId="259"/>
        </pc:sldMkLst>
      </pc:sldChg>
      <pc:sldChg chg="addSp delSp modSp add mod setBg">
        <pc:chgData name="Maurice Haghighi Pajouh" userId="092cc9d1-7598-4713-831a-52d09f4d3d52" providerId="ADAL" clId="{19C410B3-F811-5142-B48E-5C1EA0087195}" dt="2026-02-17T13:44:52.617" v="6281" actId="478"/>
        <pc:sldMkLst>
          <pc:docMk/>
          <pc:sldMk cId="4073392979" sldId="260"/>
        </pc:sldMkLst>
        <pc:spChg chg="mod">
          <ac:chgData name="Maurice Haghighi Pajouh" userId="092cc9d1-7598-4713-831a-52d09f4d3d52" providerId="ADAL" clId="{19C410B3-F811-5142-B48E-5C1EA0087195}" dt="2026-02-17T13:42:16.202" v="6245" actId="20577"/>
          <ac:spMkLst>
            <pc:docMk/>
            <pc:sldMk cId="4073392979" sldId="260"/>
            <ac:spMk id="2" creationId="{33DC109E-3B3D-5000-BE72-8D5BCAE7BA51}"/>
          </ac:spMkLst>
        </pc:spChg>
        <pc:spChg chg="add del mod">
          <ac:chgData name="Maurice Haghighi Pajouh" userId="092cc9d1-7598-4713-831a-52d09f4d3d52" providerId="ADAL" clId="{19C410B3-F811-5142-B48E-5C1EA0087195}" dt="2026-02-17T13:42:18.281" v="6246" actId="478"/>
          <ac:spMkLst>
            <pc:docMk/>
            <pc:sldMk cId="4073392979" sldId="260"/>
            <ac:spMk id="3" creationId="{76C9C3F0-1E3F-78E5-7F38-ACEA1106343E}"/>
          </ac:spMkLst>
        </pc:spChg>
        <pc:spChg chg="del">
          <ac:chgData name="Maurice Haghighi Pajouh" userId="092cc9d1-7598-4713-831a-52d09f4d3d52" providerId="ADAL" clId="{19C410B3-F811-5142-B48E-5C1EA0087195}" dt="2026-02-17T10:36:12.629" v="57" actId="478"/>
          <ac:spMkLst>
            <pc:docMk/>
            <pc:sldMk cId="4073392979" sldId="260"/>
            <ac:spMk id="4" creationId="{395DE572-6FF2-24DF-BC04-7C0272182EAC}"/>
          </ac:spMkLst>
        </pc:spChg>
        <pc:spChg chg="del mod">
          <ac:chgData name="Maurice Haghighi Pajouh" userId="092cc9d1-7598-4713-831a-52d09f4d3d52" providerId="ADAL" clId="{19C410B3-F811-5142-B48E-5C1EA0087195}" dt="2026-02-17T10:36:15.537" v="59" actId="478"/>
          <ac:spMkLst>
            <pc:docMk/>
            <pc:sldMk cId="4073392979" sldId="260"/>
            <ac:spMk id="5" creationId="{C2E52B5E-9066-8213-E112-17AABAA42669}"/>
          </ac:spMkLst>
        </pc:spChg>
        <pc:spChg chg="del">
          <ac:chgData name="Maurice Haghighi Pajouh" userId="092cc9d1-7598-4713-831a-52d09f4d3d52" providerId="ADAL" clId="{19C410B3-F811-5142-B48E-5C1EA0087195}" dt="2026-02-17T10:36:06.235" v="49" actId="478"/>
          <ac:spMkLst>
            <pc:docMk/>
            <pc:sldMk cId="4073392979" sldId="260"/>
            <ac:spMk id="6" creationId="{F52105C4-E66E-214D-9810-EB2129884B64}"/>
          </ac:spMkLst>
        </pc:spChg>
        <pc:spChg chg="del">
          <ac:chgData name="Maurice Haghighi Pajouh" userId="092cc9d1-7598-4713-831a-52d09f4d3d52" providerId="ADAL" clId="{19C410B3-F811-5142-B48E-5C1EA0087195}" dt="2026-02-17T10:36:12.050" v="56" actId="478"/>
          <ac:spMkLst>
            <pc:docMk/>
            <pc:sldMk cId="4073392979" sldId="260"/>
            <ac:spMk id="7" creationId="{5671DFCC-5F80-D8C9-A94B-A072440E6631}"/>
          </ac:spMkLst>
        </pc:spChg>
        <pc:spChg chg="del mod">
          <ac:chgData name="Maurice Haghighi Pajouh" userId="092cc9d1-7598-4713-831a-52d09f4d3d52" providerId="ADAL" clId="{19C410B3-F811-5142-B48E-5C1EA0087195}" dt="2026-02-17T10:36:11.188" v="55" actId="478"/>
          <ac:spMkLst>
            <pc:docMk/>
            <pc:sldMk cId="4073392979" sldId="260"/>
            <ac:spMk id="9" creationId="{236CAA10-72E1-A9CC-8D48-C57A0B5A6631}"/>
          </ac:spMkLst>
        </pc:spChg>
        <pc:spChg chg="del">
          <ac:chgData name="Maurice Haghighi Pajouh" userId="092cc9d1-7598-4713-831a-52d09f4d3d52" providerId="ADAL" clId="{19C410B3-F811-5142-B48E-5C1EA0087195}" dt="2026-02-17T10:36:08.035" v="52" actId="478"/>
          <ac:spMkLst>
            <pc:docMk/>
            <pc:sldMk cId="4073392979" sldId="260"/>
            <ac:spMk id="10" creationId="{8B265427-2641-1FD1-AB7E-F1A8EECA752D}"/>
          </ac:spMkLst>
        </pc:spChg>
        <pc:spChg chg="del">
          <ac:chgData name="Maurice Haghighi Pajouh" userId="092cc9d1-7598-4713-831a-52d09f4d3d52" providerId="ADAL" clId="{19C410B3-F811-5142-B48E-5C1EA0087195}" dt="2026-02-17T10:36:09.118" v="53" actId="478"/>
          <ac:spMkLst>
            <pc:docMk/>
            <pc:sldMk cId="4073392979" sldId="260"/>
            <ac:spMk id="11" creationId="{887E3355-302B-C5BB-24DF-F282A0FC1D25}"/>
          </ac:spMkLst>
        </pc:spChg>
        <pc:spChg chg="del">
          <ac:chgData name="Maurice Haghighi Pajouh" userId="092cc9d1-7598-4713-831a-52d09f4d3d52" providerId="ADAL" clId="{19C410B3-F811-5142-B48E-5C1EA0087195}" dt="2026-02-17T10:36:07.526" v="51" actId="478"/>
          <ac:spMkLst>
            <pc:docMk/>
            <pc:sldMk cId="4073392979" sldId="260"/>
            <ac:spMk id="13" creationId="{83B6F2A5-5EE8-817F-4956-0CA5329EA481}"/>
          </ac:spMkLst>
        </pc:spChg>
        <pc:picChg chg="add mod">
          <ac:chgData name="Maurice Haghighi Pajouh" userId="092cc9d1-7598-4713-831a-52d09f4d3d52" providerId="ADAL" clId="{19C410B3-F811-5142-B48E-5C1EA0087195}" dt="2026-02-17T13:43:11.234" v="6261" actId="1076"/>
          <ac:picMkLst>
            <pc:docMk/>
            <pc:sldMk cId="4073392979" sldId="260"/>
            <ac:picMk id="5" creationId="{6D3D3283-2486-D101-CE82-6D179A40BAFB}"/>
          </ac:picMkLst>
        </pc:picChg>
        <pc:picChg chg="add mod">
          <ac:chgData name="Maurice Haghighi Pajouh" userId="092cc9d1-7598-4713-831a-52d09f4d3d52" providerId="ADAL" clId="{19C410B3-F811-5142-B48E-5C1EA0087195}" dt="2026-02-17T13:43:23.209" v="6263" actId="1076"/>
          <ac:picMkLst>
            <pc:docMk/>
            <pc:sldMk cId="4073392979" sldId="260"/>
            <ac:picMk id="7" creationId="{5184B3B7-C1D7-98D3-D2CE-CF41F3FFE757}"/>
          </ac:picMkLst>
        </pc:picChg>
        <pc:picChg chg="add mod">
          <ac:chgData name="Maurice Haghighi Pajouh" userId="092cc9d1-7598-4713-831a-52d09f4d3d52" providerId="ADAL" clId="{19C410B3-F811-5142-B48E-5C1EA0087195}" dt="2026-02-17T13:43:16.958" v="6262" actId="1076"/>
          <ac:picMkLst>
            <pc:docMk/>
            <pc:sldMk cId="4073392979" sldId="260"/>
            <ac:picMk id="9" creationId="{AC462750-92C0-EFC2-95E0-086D32AA5680}"/>
          </ac:picMkLst>
        </pc:picChg>
        <pc:picChg chg="add del mod">
          <ac:chgData name="Maurice Haghighi Pajouh" userId="092cc9d1-7598-4713-831a-52d09f4d3d52" providerId="ADAL" clId="{19C410B3-F811-5142-B48E-5C1EA0087195}" dt="2026-02-17T13:43:51.643" v="6268" actId="478"/>
          <ac:picMkLst>
            <pc:docMk/>
            <pc:sldMk cId="4073392979" sldId="260"/>
            <ac:picMk id="11" creationId="{DCA3CB9F-84A6-2928-6DE3-BC06C237BE43}"/>
          </ac:picMkLst>
        </pc:picChg>
        <pc:picChg chg="add mod">
          <ac:chgData name="Maurice Haghighi Pajouh" userId="092cc9d1-7598-4713-831a-52d09f4d3d52" providerId="ADAL" clId="{19C410B3-F811-5142-B48E-5C1EA0087195}" dt="2026-02-17T13:44:02.108" v="6272" actId="1076"/>
          <ac:picMkLst>
            <pc:docMk/>
            <pc:sldMk cId="4073392979" sldId="260"/>
            <ac:picMk id="15" creationId="{A71F6DF5-A838-E82D-411F-44F9A85D79C2}"/>
          </ac:picMkLst>
        </pc:picChg>
        <pc:picChg chg="add mod">
          <ac:chgData name="Maurice Haghighi Pajouh" userId="092cc9d1-7598-4713-831a-52d09f4d3d52" providerId="ADAL" clId="{19C410B3-F811-5142-B48E-5C1EA0087195}" dt="2026-02-17T13:44:08.134" v="6274" actId="1076"/>
          <ac:picMkLst>
            <pc:docMk/>
            <pc:sldMk cId="4073392979" sldId="260"/>
            <ac:picMk id="16" creationId="{1121CA92-8432-2A12-F077-B70E47CD7AD0}"/>
          </ac:picMkLst>
        </pc:picChg>
        <pc:picChg chg="add del mod">
          <ac:chgData name="Maurice Haghighi Pajouh" userId="092cc9d1-7598-4713-831a-52d09f4d3d52" providerId="ADAL" clId="{19C410B3-F811-5142-B48E-5C1EA0087195}" dt="2026-02-17T13:44:52.617" v="6281" actId="478"/>
          <ac:picMkLst>
            <pc:docMk/>
            <pc:sldMk cId="4073392979" sldId="260"/>
            <ac:picMk id="18" creationId="{668E2C46-9A78-7187-4307-C2D95E5DFA31}"/>
          </ac:picMkLst>
        </pc:picChg>
        <pc:picChg chg="del">
          <ac:chgData name="Maurice Haghighi Pajouh" userId="092cc9d1-7598-4713-831a-52d09f4d3d52" providerId="ADAL" clId="{19C410B3-F811-5142-B48E-5C1EA0087195}" dt="2026-02-17T10:36:05.310" v="48" actId="478"/>
          <ac:picMkLst>
            <pc:docMk/>
            <pc:sldMk cId="4073392979" sldId="260"/>
            <ac:picMk id="29" creationId="{BD101F0E-5393-EC92-B0DC-E54DCA4684F7}"/>
          </ac:picMkLst>
        </pc:picChg>
        <pc:picChg chg="del">
          <ac:chgData name="Maurice Haghighi Pajouh" userId="092cc9d1-7598-4713-831a-52d09f4d3d52" providerId="ADAL" clId="{19C410B3-F811-5142-B48E-5C1EA0087195}" dt="2026-02-17T10:36:07.032" v="50" actId="478"/>
          <ac:picMkLst>
            <pc:docMk/>
            <pc:sldMk cId="4073392979" sldId="260"/>
            <ac:picMk id="30" creationId="{F2C2EDEC-D9F1-43F4-99F0-EF9F30087528}"/>
          </ac:picMkLst>
        </pc:picChg>
      </pc:sldChg>
      <pc:sldChg chg="modSp add mod">
        <pc:chgData name="Maurice Haghighi Pajouh" userId="092cc9d1-7598-4713-831a-52d09f4d3d52" providerId="ADAL" clId="{19C410B3-F811-5142-B48E-5C1EA0087195}" dt="2026-02-17T13:41:59.847" v="6210" actId="20577"/>
        <pc:sldMkLst>
          <pc:docMk/>
          <pc:sldMk cId="4224968272" sldId="261"/>
        </pc:sldMkLst>
        <pc:spChg chg="mod">
          <ac:chgData name="Maurice Haghighi Pajouh" userId="092cc9d1-7598-4713-831a-52d09f4d3d52" providerId="ADAL" clId="{19C410B3-F811-5142-B48E-5C1EA0087195}" dt="2026-02-17T13:41:36.246" v="6094" actId="20577"/>
          <ac:spMkLst>
            <pc:docMk/>
            <pc:sldMk cId="4224968272" sldId="261"/>
            <ac:spMk id="2" creationId="{26005E07-50F9-8C96-416C-413B20EC1676}"/>
          </ac:spMkLst>
        </pc:spChg>
        <pc:spChg chg="mod">
          <ac:chgData name="Maurice Haghighi Pajouh" userId="092cc9d1-7598-4713-831a-52d09f4d3d52" providerId="ADAL" clId="{19C410B3-F811-5142-B48E-5C1EA0087195}" dt="2026-02-17T13:41:59.847" v="6210" actId="20577"/>
          <ac:spMkLst>
            <pc:docMk/>
            <pc:sldMk cId="4224968272" sldId="261"/>
            <ac:spMk id="3" creationId="{AF5F38D8-AA5E-F265-D847-054F1CD74B6D}"/>
          </ac:spMkLst>
        </pc:spChg>
      </pc:sldChg>
      <pc:sldChg chg="modSp add mod">
        <pc:chgData name="Maurice Haghighi Pajouh" userId="092cc9d1-7598-4713-831a-52d09f4d3d52" providerId="ADAL" clId="{19C410B3-F811-5142-B48E-5C1EA0087195}" dt="2026-02-17T10:57:04.845" v="2058" actId="207"/>
        <pc:sldMkLst>
          <pc:docMk/>
          <pc:sldMk cId="2385772133" sldId="262"/>
        </pc:sldMkLst>
        <pc:spChg chg="mod">
          <ac:chgData name="Maurice Haghighi Pajouh" userId="092cc9d1-7598-4713-831a-52d09f4d3d52" providerId="ADAL" clId="{19C410B3-F811-5142-B48E-5C1EA0087195}" dt="2026-02-17T10:57:04.845" v="2058" actId="207"/>
          <ac:spMkLst>
            <pc:docMk/>
            <pc:sldMk cId="2385772133" sldId="262"/>
            <ac:spMk id="2" creationId="{AB0C6949-77BF-309E-1859-E04CB57999DC}"/>
          </ac:spMkLst>
        </pc:spChg>
        <pc:spChg chg="mod">
          <ac:chgData name="Maurice Haghighi Pajouh" userId="092cc9d1-7598-4713-831a-52d09f4d3d52" providerId="ADAL" clId="{19C410B3-F811-5142-B48E-5C1EA0087195}" dt="2026-02-17T10:56:28.774" v="2048" actId="20577"/>
          <ac:spMkLst>
            <pc:docMk/>
            <pc:sldMk cId="2385772133" sldId="262"/>
            <ac:spMk id="3" creationId="{1AAA53D2-90E3-D861-4429-923B6F2D644F}"/>
          </ac:spMkLst>
        </pc:spChg>
      </pc:sldChg>
      <pc:sldChg chg="modSp add mod">
        <pc:chgData name="Maurice Haghighi Pajouh" userId="092cc9d1-7598-4713-831a-52d09f4d3d52" providerId="ADAL" clId="{19C410B3-F811-5142-B48E-5C1EA0087195}" dt="2026-02-17T13:45:20.355" v="6286" actId="20577"/>
        <pc:sldMkLst>
          <pc:docMk/>
          <pc:sldMk cId="4179184846" sldId="263"/>
        </pc:sldMkLst>
        <pc:spChg chg="mod">
          <ac:chgData name="Maurice Haghighi Pajouh" userId="092cc9d1-7598-4713-831a-52d09f4d3d52" providerId="ADAL" clId="{19C410B3-F811-5142-B48E-5C1EA0087195}" dt="2026-02-17T10:40:12.449" v="535" actId="20577"/>
          <ac:spMkLst>
            <pc:docMk/>
            <pc:sldMk cId="4179184846" sldId="263"/>
            <ac:spMk id="2" creationId="{2F86CE8C-69D7-2967-5D56-1397AFD68A87}"/>
          </ac:spMkLst>
        </pc:spChg>
        <pc:spChg chg="mod">
          <ac:chgData name="Maurice Haghighi Pajouh" userId="092cc9d1-7598-4713-831a-52d09f4d3d52" providerId="ADAL" clId="{19C410B3-F811-5142-B48E-5C1EA0087195}" dt="2026-02-17T13:45:20.355" v="6286" actId="20577"/>
          <ac:spMkLst>
            <pc:docMk/>
            <pc:sldMk cId="4179184846" sldId="263"/>
            <ac:spMk id="3" creationId="{BD5C1BAB-EA8E-8E18-310A-37D06B8BB994}"/>
          </ac:spMkLst>
        </pc:spChg>
      </pc:sldChg>
      <pc:sldChg chg="modSp add mod">
        <pc:chgData name="Maurice Haghighi Pajouh" userId="092cc9d1-7598-4713-831a-52d09f4d3d52" providerId="ADAL" clId="{19C410B3-F811-5142-B48E-5C1EA0087195}" dt="2026-02-17T10:57:00.927" v="2057" actId="207"/>
        <pc:sldMkLst>
          <pc:docMk/>
          <pc:sldMk cId="1622943819" sldId="264"/>
        </pc:sldMkLst>
        <pc:spChg chg="mod">
          <ac:chgData name="Maurice Haghighi Pajouh" userId="092cc9d1-7598-4713-831a-52d09f4d3d52" providerId="ADAL" clId="{19C410B3-F811-5142-B48E-5C1EA0087195}" dt="2026-02-17T10:57:00.927" v="2057" actId="207"/>
          <ac:spMkLst>
            <pc:docMk/>
            <pc:sldMk cId="1622943819" sldId="264"/>
            <ac:spMk id="2" creationId="{7A6E576A-30A1-DD96-9227-C3DA1A28E456}"/>
          </ac:spMkLst>
        </pc:spChg>
        <pc:spChg chg="mod">
          <ac:chgData name="Maurice Haghighi Pajouh" userId="092cc9d1-7598-4713-831a-52d09f4d3d52" providerId="ADAL" clId="{19C410B3-F811-5142-B48E-5C1EA0087195}" dt="2026-02-17T10:52:09.099" v="1311" actId="20577"/>
          <ac:spMkLst>
            <pc:docMk/>
            <pc:sldMk cId="1622943819" sldId="264"/>
            <ac:spMk id="3" creationId="{DF5DD61E-6A1F-0B71-7168-4953A4BC892E}"/>
          </ac:spMkLst>
        </pc:spChg>
      </pc:sldChg>
      <pc:sldChg chg="modSp add mod">
        <pc:chgData name="Maurice Haghighi Pajouh" userId="092cc9d1-7598-4713-831a-52d09f4d3d52" providerId="ADAL" clId="{19C410B3-F811-5142-B48E-5C1EA0087195}" dt="2026-02-17T11:15:12.013" v="3818" actId="20577"/>
        <pc:sldMkLst>
          <pc:docMk/>
          <pc:sldMk cId="2948447951" sldId="265"/>
        </pc:sldMkLst>
        <pc:spChg chg="mod">
          <ac:chgData name="Maurice Haghighi Pajouh" userId="092cc9d1-7598-4713-831a-52d09f4d3d52" providerId="ADAL" clId="{19C410B3-F811-5142-B48E-5C1EA0087195}" dt="2026-02-17T11:12:58.241" v="3363" actId="207"/>
          <ac:spMkLst>
            <pc:docMk/>
            <pc:sldMk cId="2948447951" sldId="265"/>
            <ac:spMk id="2" creationId="{1C67F3A6-E791-191D-203C-9D33E3E3246F}"/>
          </ac:spMkLst>
        </pc:spChg>
        <pc:spChg chg="mod">
          <ac:chgData name="Maurice Haghighi Pajouh" userId="092cc9d1-7598-4713-831a-52d09f4d3d52" providerId="ADAL" clId="{19C410B3-F811-5142-B48E-5C1EA0087195}" dt="2026-02-17T11:15:12.013" v="3818" actId="20577"/>
          <ac:spMkLst>
            <pc:docMk/>
            <pc:sldMk cId="2948447951" sldId="265"/>
            <ac:spMk id="3" creationId="{8630BA51-E016-9983-C106-797882CB1A26}"/>
          </ac:spMkLst>
        </pc:spChg>
      </pc:sldChg>
      <pc:sldChg chg="addSp delSp modSp add mod">
        <pc:chgData name="Maurice Haghighi Pajouh" userId="092cc9d1-7598-4713-831a-52d09f4d3d52" providerId="ADAL" clId="{19C410B3-F811-5142-B48E-5C1EA0087195}" dt="2026-02-17T10:56:55.924" v="2055" actId="207"/>
        <pc:sldMkLst>
          <pc:docMk/>
          <pc:sldMk cId="3554282771" sldId="266"/>
        </pc:sldMkLst>
        <pc:spChg chg="add del mod">
          <ac:chgData name="Maurice Haghighi Pajouh" userId="092cc9d1-7598-4713-831a-52d09f4d3d52" providerId="ADAL" clId="{19C410B3-F811-5142-B48E-5C1EA0087195}" dt="2026-02-17T10:56:55.924" v="2055" actId="207"/>
          <ac:spMkLst>
            <pc:docMk/>
            <pc:sldMk cId="3554282771" sldId="266"/>
            <ac:spMk id="2" creationId="{739AA47E-D62E-6928-D426-F0DB1F2B6216}"/>
          </ac:spMkLst>
        </pc:spChg>
        <pc:spChg chg="mod">
          <ac:chgData name="Maurice Haghighi Pajouh" userId="092cc9d1-7598-4713-831a-52d09f4d3d52" providerId="ADAL" clId="{19C410B3-F811-5142-B48E-5C1EA0087195}" dt="2026-02-17T10:54:13.592" v="1825" actId="20577"/>
          <ac:spMkLst>
            <pc:docMk/>
            <pc:sldMk cId="3554282771" sldId="266"/>
            <ac:spMk id="3" creationId="{06DB2F31-9C0D-EB8C-4683-ACDCD8CB4F35}"/>
          </ac:spMkLst>
        </pc:spChg>
      </pc:sldChg>
      <pc:sldChg chg="modSp add mod">
        <pc:chgData name="Maurice Haghighi Pajouh" userId="092cc9d1-7598-4713-831a-52d09f4d3d52" providerId="ADAL" clId="{19C410B3-F811-5142-B48E-5C1EA0087195}" dt="2026-02-17T11:10:59.126" v="2952" actId="20577"/>
        <pc:sldMkLst>
          <pc:docMk/>
          <pc:sldMk cId="1914650978" sldId="267"/>
        </pc:sldMkLst>
        <pc:spChg chg="mod">
          <ac:chgData name="Maurice Haghighi Pajouh" userId="092cc9d1-7598-4713-831a-52d09f4d3d52" providerId="ADAL" clId="{19C410B3-F811-5142-B48E-5C1EA0087195}" dt="2026-02-17T11:10:42.048" v="2868" actId="20577"/>
          <ac:spMkLst>
            <pc:docMk/>
            <pc:sldMk cId="1914650978" sldId="267"/>
            <ac:spMk id="2" creationId="{EF254D99-5CBA-6FB6-16D3-91A3C9395642}"/>
          </ac:spMkLst>
        </pc:spChg>
        <pc:spChg chg="mod">
          <ac:chgData name="Maurice Haghighi Pajouh" userId="092cc9d1-7598-4713-831a-52d09f4d3d52" providerId="ADAL" clId="{19C410B3-F811-5142-B48E-5C1EA0087195}" dt="2026-02-17T11:10:59.126" v="2952" actId="20577"/>
          <ac:spMkLst>
            <pc:docMk/>
            <pc:sldMk cId="1914650978" sldId="267"/>
            <ac:spMk id="3" creationId="{D990FF37-1879-B79C-1159-45EC9A396068}"/>
          </ac:spMkLst>
        </pc:spChg>
      </pc:sldChg>
      <pc:sldChg chg="modSp add mod">
        <pc:chgData name="Maurice Haghighi Pajouh" userId="092cc9d1-7598-4713-831a-52d09f4d3d52" providerId="ADAL" clId="{19C410B3-F811-5142-B48E-5C1EA0087195}" dt="2026-02-17T10:58:53.906" v="2507" actId="20577"/>
        <pc:sldMkLst>
          <pc:docMk/>
          <pc:sldMk cId="3219509158" sldId="268"/>
        </pc:sldMkLst>
        <pc:spChg chg="mod">
          <ac:chgData name="Maurice Haghighi Pajouh" userId="092cc9d1-7598-4713-831a-52d09f4d3d52" providerId="ADAL" clId="{19C410B3-F811-5142-B48E-5C1EA0087195}" dt="2026-02-17T10:58:19.342" v="2281" actId="20577"/>
          <ac:spMkLst>
            <pc:docMk/>
            <pc:sldMk cId="3219509158" sldId="268"/>
            <ac:spMk id="2" creationId="{E514B923-50BA-5792-0D59-6B7E78EFC261}"/>
          </ac:spMkLst>
        </pc:spChg>
        <pc:spChg chg="mod">
          <ac:chgData name="Maurice Haghighi Pajouh" userId="092cc9d1-7598-4713-831a-52d09f4d3d52" providerId="ADAL" clId="{19C410B3-F811-5142-B48E-5C1EA0087195}" dt="2026-02-17T10:58:53.906" v="2507" actId="20577"/>
          <ac:spMkLst>
            <pc:docMk/>
            <pc:sldMk cId="3219509158" sldId="268"/>
            <ac:spMk id="3" creationId="{2808247F-D522-9D52-8673-C704C161DEA6}"/>
          </ac:spMkLst>
        </pc:spChg>
      </pc:sldChg>
      <pc:sldChg chg="addSp delSp modSp add mod">
        <pc:chgData name="Maurice Haghighi Pajouh" userId="092cc9d1-7598-4713-831a-52d09f4d3d52" providerId="ADAL" clId="{19C410B3-F811-5142-B48E-5C1EA0087195}" dt="2026-02-17T13:33:50.735" v="4606" actId="14100"/>
        <pc:sldMkLst>
          <pc:docMk/>
          <pc:sldMk cId="2320129236" sldId="269"/>
        </pc:sldMkLst>
        <pc:spChg chg="mod">
          <ac:chgData name="Maurice Haghighi Pajouh" userId="092cc9d1-7598-4713-831a-52d09f4d3d52" providerId="ADAL" clId="{19C410B3-F811-5142-B48E-5C1EA0087195}" dt="2026-02-17T13:20:55.879" v="3885" actId="20577"/>
          <ac:spMkLst>
            <pc:docMk/>
            <pc:sldMk cId="2320129236" sldId="269"/>
            <ac:spMk id="2" creationId="{EA5E374F-A02C-7489-DFBC-BA67CBBB5278}"/>
          </ac:spMkLst>
        </pc:spChg>
        <pc:spChg chg="del">
          <ac:chgData name="Maurice Haghighi Pajouh" userId="092cc9d1-7598-4713-831a-52d09f4d3d52" providerId="ADAL" clId="{19C410B3-F811-5142-B48E-5C1EA0087195}" dt="2026-02-17T13:17:53.361" v="3832" actId="478"/>
          <ac:spMkLst>
            <pc:docMk/>
            <pc:sldMk cId="2320129236" sldId="269"/>
            <ac:spMk id="3" creationId="{7E29C849-331D-9521-6000-B743DAD13C85}"/>
          </ac:spMkLst>
        </pc:spChg>
        <pc:picChg chg="add mod">
          <ac:chgData name="Maurice Haghighi Pajouh" userId="092cc9d1-7598-4713-831a-52d09f4d3d52" providerId="ADAL" clId="{19C410B3-F811-5142-B48E-5C1EA0087195}" dt="2026-02-17T13:33:50.735" v="4606" actId="14100"/>
          <ac:picMkLst>
            <pc:docMk/>
            <pc:sldMk cId="2320129236" sldId="269"/>
            <ac:picMk id="5" creationId="{1C29A4E4-24B1-C52F-A47E-1D82981220DA}"/>
          </ac:picMkLst>
        </pc:picChg>
      </pc:sldChg>
      <pc:sldChg chg="addSp delSp modSp add del mod">
        <pc:chgData name="Maurice Haghighi Pajouh" userId="092cc9d1-7598-4713-831a-52d09f4d3d52" providerId="ADAL" clId="{19C410B3-F811-5142-B48E-5C1EA0087195}" dt="2026-02-17T13:28:36.733" v="3923" actId="2696"/>
        <pc:sldMkLst>
          <pc:docMk/>
          <pc:sldMk cId="3475434313" sldId="270"/>
        </pc:sldMkLst>
        <pc:spChg chg="mod">
          <ac:chgData name="Maurice Haghighi Pajouh" userId="092cc9d1-7598-4713-831a-52d09f4d3d52" providerId="ADAL" clId="{19C410B3-F811-5142-B48E-5C1EA0087195}" dt="2026-02-17T13:21:00.532" v="3901" actId="20577"/>
          <ac:spMkLst>
            <pc:docMk/>
            <pc:sldMk cId="3475434313" sldId="270"/>
            <ac:spMk id="2" creationId="{56166D8D-FFEF-5EB4-7E24-A530A21B3C7D}"/>
          </ac:spMkLst>
        </pc:spChg>
        <pc:spChg chg="add del mod">
          <ac:chgData name="Maurice Haghighi Pajouh" userId="092cc9d1-7598-4713-831a-52d09f4d3d52" providerId="ADAL" clId="{19C410B3-F811-5142-B48E-5C1EA0087195}" dt="2026-02-17T13:28:13.728" v="3918"/>
          <ac:spMkLst>
            <pc:docMk/>
            <pc:sldMk cId="3475434313" sldId="270"/>
            <ac:spMk id="4" creationId="{B6B0AA1F-2A05-63AD-4817-F4D71A63641C}"/>
          </ac:spMkLst>
        </pc:spChg>
        <pc:picChg chg="add mod">
          <ac:chgData name="Maurice Haghighi Pajouh" userId="092cc9d1-7598-4713-831a-52d09f4d3d52" providerId="ADAL" clId="{19C410B3-F811-5142-B48E-5C1EA0087195}" dt="2026-02-17T13:28:10.085" v="3915" actId="14100"/>
          <ac:picMkLst>
            <pc:docMk/>
            <pc:sldMk cId="3475434313" sldId="270"/>
            <ac:picMk id="3" creationId="{CF22CD60-F615-C826-4687-B0073679E760}"/>
          </ac:picMkLst>
        </pc:picChg>
      </pc:sldChg>
      <pc:sldChg chg="addSp delSp modSp add mod">
        <pc:chgData name="Maurice Haghighi Pajouh" userId="092cc9d1-7598-4713-831a-52d09f4d3d52" providerId="ADAL" clId="{19C410B3-F811-5142-B48E-5C1EA0087195}" dt="2026-02-17T13:32:25.191" v="4506" actId="478"/>
        <pc:sldMkLst>
          <pc:docMk/>
          <pc:sldMk cId="2069226479" sldId="271"/>
        </pc:sldMkLst>
        <pc:spChg chg="mod">
          <ac:chgData name="Maurice Haghighi Pajouh" userId="092cc9d1-7598-4713-831a-52d09f4d3d52" providerId="ADAL" clId="{19C410B3-F811-5142-B48E-5C1EA0087195}" dt="2026-02-17T13:28:31.733" v="3920"/>
          <ac:spMkLst>
            <pc:docMk/>
            <pc:sldMk cId="2069226479" sldId="271"/>
            <ac:spMk id="2" creationId="{BF028991-C582-D7D2-EA28-9842BBDF5BD4}"/>
          </ac:spMkLst>
        </pc:spChg>
        <pc:spChg chg="mod">
          <ac:chgData name="Maurice Haghighi Pajouh" userId="092cc9d1-7598-4713-831a-52d09f4d3d52" providerId="ADAL" clId="{19C410B3-F811-5142-B48E-5C1EA0087195}" dt="2026-02-17T13:32:22.030" v="4505" actId="20577"/>
          <ac:spMkLst>
            <pc:docMk/>
            <pc:sldMk cId="2069226479" sldId="271"/>
            <ac:spMk id="3" creationId="{6E1F8509-7959-586A-066B-D2E2DA9E37D2}"/>
          </ac:spMkLst>
        </pc:spChg>
        <pc:picChg chg="add del mod">
          <ac:chgData name="Maurice Haghighi Pajouh" userId="092cc9d1-7598-4713-831a-52d09f4d3d52" providerId="ADAL" clId="{19C410B3-F811-5142-B48E-5C1EA0087195}" dt="2026-02-17T13:28:48.585" v="3940" actId="478"/>
          <ac:picMkLst>
            <pc:docMk/>
            <pc:sldMk cId="2069226479" sldId="271"/>
            <ac:picMk id="4" creationId="{167C89AE-CB03-0079-D2F8-82EBE043D71B}"/>
          </ac:picMkLst>
        </pc:picChg>
        <pc:picChg chg="add del mod">
          <ac:chgData name="Maurice Haghighi Pajouh" userId="092cc9d1-7598-4713-831a-52d09f4d3d52" providerId="ADAL" clId="{19C410B3-F811-5142-B48E-5C1EA0087195}" dt="2026-02-17T13:32:25.191" v="4506" actId="478"/>
          <ac:picMkLst>
            <pc:docMk/>
            <pc:sldMk cId="2069226479" sldId="271"/>
            <ac:picMk id="5" creationId="{62C414F3-14E0-2479-3B9F-80D6F5566949}"/>
          </ac:picMkLst>
        </pc:picChg>
      </pc:sldChg>
      <pc:sldChg chg="addSp delSp modSp add mod">
        <pc:chgData name="Maurice Haghighi Pajouh" userId="092cc9d1-7598-4713-831a-52d09f4d3d52" providerId="ADAL" clId="{19C410B3-F811-5142-B48E-5C1EA0087195}" dt="2026-02-17T13:35:08.305" v="4860" actId="478"/>
        <pc:sldMkLst>
          <pc:docMk/>
          <pc:sldMk cId="1680992946" sldId="272"/>
        </pc:sldMkLst>
        <pc:spChg chg="mod">
          <ac:chgData name="Maurice Haghighi Pajouh" userId="092cc9d1-7598-4713-831a-52d09f4d3d52" providerId="ADAL" clId="{19C410B3-F811-5142-B48E-5C1EA0087195}" dt="2026-02-17T13:35:06.069" v="4859" actId="20577"/>
          <ac:spMkLst>
            <pc:docMk/>
            <pc:sldMk cId="1680992946" sldId="272"/>
            <ac:spMk id="3" creationId="{1B23E59D-BB22-9A57-60BB-307D39AF3DFD}"/>
          </ac:spMkLst>
        </pc:spChg>
        <pc:picChg chg="add del mod">
          <ac:chgData name="Maurice Haghighi Pajouh" userId="092cc9d1-7598-4713-831a-52d09f4d3d52" providerId="ADAL" clId="{19C410B3-F811-5142-B48E-5C1EA0087195}" dt="2026-02-17T13:35:08.305" v="4860" actId="478"/>
          <ac:picMkLst>
            <pc:docMk/>
            <pc:sldMk cId="1680992946" sldId="272"/>
            <ac:picMk id="4" creationId="{49A3FB95-CD14-5CC7-6F37-A11BCE42B230}"/>
          </ac:picMkLst>
        </pc:picChg>
        <pc:picChg chg="del mod">
          <ac:chgData name="Maurice Haghighi Pajouh" userId="092cc9d1-7598-4713-831a-52d09f4d3d52" providerId="ADAL" clId="{19C410B3-F811-5142-B48E-5C1EA0087195}" dt="2026-02-17T13:33:04.836" v="4603" actId="478"/>
          <ac:picMkLst>
            <pc:docMk/>
            <pc:sldMk cId="1680992946" sldId="272"/>
            <ac:picMk id="5" creationId="{DE3FE59E-16CA-94C2-88F6-2A12464A25EC}"/>
          </ac:picMkLst>
        </pc:picChg>
      </pc:sldChg>
      <pc:sldChg chg="modSp add mod">
        <pc:chgData name="Maurice Haghighi Pajouh" userId="092cc9d1-7598-4713-831a-52d09f4d3d52" providerId="ADAL" clId="{19C410B3-F811-5142-B48E-5C1EA0087195}" dt="2026-02-17T13:36:45.150" v="5261" actId="20577"/>
        <pc:sldMkLst>
          <pc:docMk/>
          <pc:sldMk cId="1372817135" sldId="273"/>
        </pc:sldMkLst>
        <pc:spChg chg="mod">
          <ac:chgData name="Maurice Haghighi Pajouh" userId="092cc9d1-7598-4713-831a-52d09f4d3d52" providerId="ADAL" clId="{19C410B3-F811-5142-B48E-5C1EA0087195}" dt="2026-02-17T13:36:45.150" v="5261" actId="20577"/>
          <ac:spMkLst>
            <pc:docMk/>
            <pc:sldMk cId="1372817135" sldId="273"/>
            <ac:spMk id="3" creationId="{5F685AC0-746C-B34A-E185-E9BA706052EB}"/>
          </ac:spMkLst>
        </pc:spChg>
      </pc:sldChg>
      <pc:sldChg chg="addSp modSp add mod">
        <pc:chgData name="Maurice Haghighi Pajouh" userId="092cc9d1-7598-4713-831a-52d09f4d3d52" providerId="ADAL" clId="{19C410B3-F811-5142-B48E-5C1EA0087195}" dt="2026-02-17T13:37:24.452" v="5336" actId="1076"/>
        <pc:sldMkLst>
          <pc:docMk/>
          <pc:sldMk cId="3973602281" sldId="274"/>
        </pc:sldMkLst>
        <pc:spChg chg="mod">
          <ac:chgData name="Maurice Haghighi Pajouh" userId="092cc9d1-7598-4713-831a-52d09f4d3d52" providerId="ADAL" clId="{19C410B3-F811-5142-B48E-5C1EA0087195}" dt="2026-02-17T13:37:07.289" v="5332" actId="20577"/>
          <ac:spMkLst>
            <pc:docMk/>
            <pc:sldMk cId="3973602281" sldId="274"/>
            <ac:spMk id="3" creationId="{DFB72284-9010-57F8-86B5-19204E15FB54}"/>
          </ac:spMkLst>
        </pc:spChg>
        <pc:picChg chg="add mod">
          <ac:chgData name="Maurice Haghighi Pajouh" userId="092cc9d1-7598-4713-831a-52d09f4d3d52" providerId="ADAL" clId="{19C410B3-F811-5142-B48E-5C1EA0087195}" dt="2026-02-17T13:37:24.452" v="5336" actId="1076"/>
          <ac:picMkLst>
            <pc:docMk/>
            <pc:sldMk cId="3973602281" sldId="274"/>
            <ac:picMk id="1026" creationId="{CF512C23-0CB3-A217-DEAE-891974AA6C3B}"/>
          </ac:picMkLst>
        </pc:picChg>
      </pc:sldChg>
      <pc:sldChg chg="add del">
        <pc:chgData name="Maurice Haghighi Pajouh" userId="092cc9d1-7598-4713-831a-52d09f4d3d52" providerId="ADAL" clId="{19C410B3-F811-5142-B48E-5C1EA0087195}" dt="2026-02-17T13:37:40.929" v="5338"/>
        <pc:sldMkLst>
          <pc:docMk/>
          <pc:sldMk cId="268720956" sldId="275"/>
        </pc:sldMkLst>
      </pc:sldChg>
      <pc:sldChg chg="modSp add mod">
        <pc:chgData name="Maurice Haghighi Pajouh" userId="092cc9d1-7598-4713-831a-52d09f4d3d52" providerId="ADAL" clId="{19C410B3-F811-5142-B48E-5C1EA0087195}" dt="2026-02-17T13:40:16.224" v="6088" actId="20577"/>
        <pc:sldMkLst>
          <pc:docMk/>
          <pc:sldMk cId="1951902703" sldId="275"/>
        </pc:sldMkLst>
        <pc:spChg chg="mod">
          <ac:chgData name="Maurice Haghighi Pajouh" userId="092cc9d1-7598-4713-831a-52d09f4d3d52" providerId="ADAL" clId="{19C410B3-F811-5142-B48E-5C1EA0087195}" dt="2026-02-17T13:38:06.900" v="5447" actId="20577"/>
          <ac:spMkLst>
            <pc:docMk/>
            <pc:sldMk cId="1951902703" sldId="275"/>
            <ac:spMk id="2" creationId="{9CC58F3D-4D6D-87AB-A06E-49621FED103F}"/>
          </ac:spMkLst>
        </pc:spChg>
        <pc:spChg chg="mod">
          <ac:chgData name="Maurice Haghighi Pajouh" userId="092cc9d1-7598-4713-831a-52d09f4d3d52" providerId="ADAL" clId="{19C410B3-F811-5142-B48E-5C1EA0087195}" dt="2026-02-17T13:40:16.224" v="6088" actId="20577"/>
          <ac:spMkLst>
            <pc:docMk/>
            <pc:sldMk cId="1951902703" sldId="275"/>
            <ac:spMk id="3" creationId="{4B02C121-46BE-EB7E-AEF0-C1FDCE18DAB5}"/>
          </ac:spMkLst>
        </pc:spChg>
      </pc:sldChg>
      <pc:sldChg chg="add">
        <pc:chgData name="Maurice Haghighi Pajouh" userId="092cc9d1-7598-4713-831a-52d09f4d3d52" providerId="ADAL" clId="{19C410B3-F811-5142-B48E-5C1EA0087195}" dt="2026-02-17T13:42:08.423" v="6211"/>
        <pc:sldMkLst>
          <pc:docMk/>
          <pc:sldMk cId="3720028785" sldId="276"/>
        </pc:sldMkLst>
      </pc:sldChg>
      <pc:sldChg chg="modSp add mod">
        <pc:chgData name="Maurice Haghighi Pajouh" userId="092cc9d1-7598-4713-831a-52d09f4d3d52" providerId="ADAL" clId="{19C410B3-F811-5142-B48E-5C1EA0087195}" dt="2026-02-18T10:20:40.478" v="6667" actId="20577"/>
        <pc:sldMkLst>
          <pc:docMk/>
          <pc:sldMk cId="321081014" sldId="277"/>
        </pc:sldMkLst>
        <pc:spChg chg="mod">
          <ac:chgData name="Maurice Haghighi Pajouh" userId="092cc9d1-7598-4713-831a-52d09f4d3d52" providerId="ADAL" clId="{19C410B3-F811-5142-B48E-5C1EA0087195}" dt="2026-02-18T10:18:15.830" v="6372" actId="20577"/>
          <ac:spMkLst>
            <pc:docMk/>
            <pc:sldMk cId="321081014" sldId="277"/>
            <ac:spMk id="2" creationId="{563CD983-24DB-5103-84D5-05E79FD35A14}"/>
          </ac:spMkLst>
        </pc:spChg>
        <pc:spChg chg="mod">
          <ac:chgData name="Maurice Haghighi Pajouh" userId="092cc9d1-7598-4713-831a-52d09f4d3d52" providerId="ADAL" clId="{19C410B3-F811-5142-B48E-5C1EA0087195}" dt="2026-02-18T10:20:40.478" v="6667" actId="20577"/>
          <ac:spMkLst>
            <pc:docMk/>
            <pc:sldMk cId="321081014" sldId="277"/>
            <ac:spMk id="3" creationId="{A29722CA-E5D8-5A59-765D-ED4D8D4E48FD}"/>
          </ac:spMkLst>
        </pc:spChg>
      </pc:sldChg>
      <pc:sldChg chg="addSp delSp modSp add mod">
        <pc:chgData name="Maurice Haghighi Pajouh" userId="092cc9d1-7598-4713-831a-52d09f4d3d52" providerId="ADAL" clId="{19C410B3-F811-5142-B48E-5C1EA0087195}" dt="2026-02-18T10:28:46.538" v="7039" actId="1076"/>
        <pc:sldMkLst>
          <pc:docMk/>
          <pc:sldMk cId="1880011319" sldId="278"/>
        </pc:sldMkLst>
        <pc:spChg chg="mod">
          <ac:chgData name="Maurice Haghighi Pajouh" userId="092cc9d1-7598-4713-831a-52d09f4d3d52" providerId="ADAL" clId="{19C410B3-F811-5142-B48E-5C1EA0087195}" dt="2026-02-18T10:28:24.317" v="7036" actId="1035"/>
          <ac:spMkLst>
            <pc:docMk/>
            <pc:sldMk cId="1880011319" sldId="278"/>
            <ac:spMk id="2" creationId="{4E83FBFD-2046-60CA-F056-E81C616D39DD}"/>
          </ac:spMkLst>
        </pc:spChg>
        <pc:spChg chg="del">
          <ac:chgData name="Maurice Haghighi Pajouh" userId="092cc9d1-7598-4713-831a-52d09f4d3d52" providerId="ADAL" clId="{19C410B3-F811-5142-B48E-5C1EA0087195}" dt="2026-02-18T10:19:25.223" v="6624" actId="478"/>
          <ac:spMkLst>
            <pc:docMk/>
            <pc:sldMk cId="1880011319" sldId="278"/>
            <ac:spMk id="3" creationId="{220EBBE5-DA2F-A91E-901C-09BD2A9900BA}"/>
          </ac:spMkLst>
        </pc:spChg>
        <pc:spChg chg="add del mod">
          <ac:chgData name="Maurice Haghighi Pajouh" userId="092cc9d1-7598-4713-831a-52d09f4d3d52" providerId="ADAL" clId="{19C410B3-F811-5142-B48E-5C1EA0087195}" dt="2026-02-18T10:20:20.150" v="6641"/>
          <ac:spMkLst>
            <pc:docMk/>
            <pc:sldMk cId="1880011319" sldId="278"/>
            <ac:spMk id="6" creationId="{F35E09B2-EFA6-0991-EA08-C1379F38E975}"/>
          </ac:spMkLst>
        </pc:spChg>
        <pc:spChg chg="del">
          <ac:chgData name="Maurice Haghighi Pajouh" userId="092cc9d1-7598-4713-831a-52d09f4d3d52" providerId="ADAL" clId="{19C410B3-F811-5142-B48E-5C1EA0087195}" dt="2026-02-18T10:25:57.543" v="6817" actId="478"/>
          <ac:spMkLst>
            <pc:docMk/>
            <pc:sldMk cId="1880011319" sldId="278"/>
            <ac:spMk id="14" creationId="{3EF5BB38-30F1-42B1-92D1-D06D88887D2E}"/>
          </ac:spMkLst>
        </pc:spChg>
        <pc:spChg chg="add mod">
          <ac:chgData name="Maurice Haghighi Pajouh" userId="092cc9d1-7598-4713-831a-52d09f4d3d52" providerId="ADAL" clId="{19C410B3-F811-5142-B48E-5C1EA0087195}" dt="2026-02-18T10:22:36.056" v="6749" actId="1076"/>
          <ac:spMkLst>
            <pc:docMk/>
            <pc:sldMk cId="1880011319" sldId="278"/>
            <ac:spMk id="21" creationId="{5EF9FA4E-AE64-01A4-E109-C03565826CB0}"/>
          </ac:spMkLst>
        </pc:spChg>
        <pc:spChg chg="add mod">
          <ac:chgData name="Maurice Haghighi Pajouh" userId="092cc9d1-7598-4713-831a-52d09f4d3d52" providerId="ADAL" clId="{19C410B3-F811-5142-B48E-5C1EA0087195}" dt="2026-02-18T10:27:56.456" v="7026" actId="1076"/>
          <ac:spMkLst>
            <pc:docMk/>
            <pc:sldMk cId="1880011319" sldId="278"/>
            <ac:spMk id="22" creationId="{20FFFF4E-91C9-E45A-667C-9E67BD613573}"/>
          </ac:spMkLst>
        </pc:spChg>
        <pc:spChg chg="add mod">
          <ac:chgData name="Maurice Haghighi Pajouh" userId="092cc9d1-7598-4713-831a-52d09f4d3d52" providerId="ADAL" clId="{19C410B3-F811-5142-B48E-5C1EA0087195}" dt="2026-02-18T10:26:09.166" v="6819" actId="1076"/>
          <ac:spMkLst>
            <pc:docMk/>
            <pc:sldMk cId="1880011319" sldId="278"/>
            <ac:spMk id="23" creationId="{E4A1E29C-0750-05CB-9704-5626F33E2448}"/>
          </ac:spMkLst>
        </pc:spChg>
        <pc:spChg chg="add mod">
          <ac:chgData name="Maurice Haghighi Pajouh" userId="092cc9d1-7598-4713-831a-52d09f4d3d52" providerId="ADAL" clId="{19C410B3-F811-5142-B48E-5C1EA0087195}" dt="2026-02-18T10:23:35.343" v="6773" actId="1076"/>
          <ac:spMkLst>
            <pc:docMk/>
            <pc:sldMk cId="1880011319" sldId="278"/>
            <ac:spMk id="34" creationId="{2F5FD11C-5691-DE06-8FEA-585D24BC235B}"/>
          </ac:spMkLst>
        </pc:spChg>
        <pc:spChg chg="add del mod">
          <ac:chgData name="Maurice Haghighi Pajouh" userId="092cc9d1-7598-4713-831a-52d09f4d3d52" providerId="ADAL" clId="{19C410B3-F811-5142-B48E-5C1EA0087195}" dt="2026-02-18T10:24:15.988" v="6787" actId="478"/>
          <ac:spMkLst>
            <pc:docMk/>
            <pc:sldMk cId="1880011319" sldId="278"/>
            <ac:spMk id="36" creationId="{47EE5519-CE2F-8548-41EC-80C5144EED8E}"/>
          </ac:spMkLst>
        </pc:spChg>
        <pc:spChg chg="add mod">
          <ac:chgData name="Maurice Haghighi Pajouh" userId="092cc9d1-7598-4713-831a-52d09f4d3d52" providerId="ADAL" clId="{19C410B3-F811-5142-B48E-5C1EA0087195}" dt="2026-02-18T10:23:54.993" v="6781" actId="1076"/>
          <ac:spMkLst>
            <pc:docMk/>
            <pc:sldMk cId="1880011319" sldId="278"/>
            <ac:spMk id="38" creationId="{4693FBAD-1448-CF2D-AA6C-274FF0E48F65}"/>
          </ac:spMkLst>
        </pc:spChg>
        <pc:spChg chg="add mod">
          <ac:chgData name="Maurice Haghighi Pajouh" userId="092cc9d1-7598-4713-831a-52d09f4d3d52" providerId="ADAL" clId="{19C410B3-F811-5142-B48E-5C1EA0087195}" dt="2026-02-18T10:26:06.705" v="6818" actId="1076"/>
          <ac:spMkLst>
            <pc:docMk/>
            <pc:sldMk cId="1880011319" sldId="278"/>
            <ac:spMk id="40" creationId="{B561372A-8306-B52F-5CC1-9D2CB1EE0446}"/>
          </ac:spMkLst>
        </pc:spChg>
        <pc:spChg chg="add mod">
          <ac:chgData name="Maurice Haghighi Pajouh" userId="092cc9d1-7598-4713-831a-52d09f4d3d52" providerId="ADAL" clId="{19C410B3-F811-5142-B48E-5C1EA0087195}" dt="2026-02-18T10:27:35.765" v="6996" actId="1076"/>
          <ac:spMkLst>
            <pc:docMk/>
            <pc:sldMk cId="1880011319" sldId="278"/>
            <ac:spMk id="41" creationId="{1919E953-BB54-6A6C-D7B3-6385571E87BB}"/>
          </ac:spMkLst>
        </pc:spChg>
        <pc:spChg chg="add mod">
          <ac:chgData name="Maurice Haghighi Pajouh" userId="092cc9d1-7598-4713-831a-52d09f4d3d52" providerId="ADAL" clId="{19C410B3-F811-5142-B48E-5C1EA0087195}" dt="2026-02-18T10:28:04.797" v="7030" actId="1076"/>
          <ac:spMkLst>
            <pc:docMk/>
            <pc:sldMk cId="1880011319" sldId="278"/>
            <ac:spMk id="42" creationId="{C9EF39C4-DB7D-CCF4-0676-2B0480861237}"/>
          </ac:spMkLst>
        </pc:spChg>
        <pc:picChg chg="add mod">
          <ac:chgData name="Maurice Haghighi Pajouh" userId="092cc9d1-7598-4713-831a-52d09f4d3d52" providerId="ADAL" clId="{19C410B3-F811-5142-B48E-5C1EA0087195}" dt="2026-02-18T10:24:26.472" v="6790" actId="207"/>
          <ac:picMkLst>
            <pc:docMk/>
            <pc:sldMk cId="1880011319" sldId="278"/>
            <ac:picMk id="5" creationId="{C17CA5A2-2F13-250B-CB03-81EBC74DAA00}"/>
          </ac:picMkLst>
        </pc:picChg>
        <pc:picChg chg="add mod">
          <ac:chgData name="Maurice Haghighi Pajouh" userId="092cc9d1-7598-4713-831a-52d09f4d3d52" providerId="ADAL" clId="{19C410B3-F811-5142-B48E-5C1EA0087195}" dt="2026-02-18T10:23:09.720" v="6759" actId="1076"/>
          <ac:picMkLst>
            <pc:docMk/>
            <pc:sldMk cId="1880011319" sldId="278"/>
            <ac:picMk id="7" creationId="{6728C06C-C531-CDB2-A6D2-AE9ACACE3EF2}"/>
          </ac:picMkLst>
        </pc:picChg>
        <pc:picChg chg="add mod">
          <ac:chgData name="Maurice Haghighi Pajouh" userId="092cc9d1-7598-4713-831a-52d09f4d3d52" providerId="ADAL" clId="{19C410B3-F811-5142-B48E-5C1EA0087195}" dt="2026-02-18T10:28:46.538" v="7039" actId="1076"/>
          <ac:picMkLst>
            <pc:docMk/>
            <pc:sldMk cId="1880011319" sldId="278"/>
            <ac:picMk id="9" creationId="{A96AF065-FACF-430F-918C-E8D0E5BE30BB}"/>
          </ac:picMkLst>
        </pc:picChg>
        <pc:picChg chg="add mod">
          <ac:chgData name="Maurice Haghighi Pajouh" userId="092cc9d1-7598-4713-831a-52d09f4d3d52" providerId="ADAL" clId="{19C410B3-F811-5142-B48E-5C1EA0087195}" dt="2026-02-18T10:24:26.472" v="6790" actId="207"/>
          <ac:picMkLst>
            <pc:docMk/>
            <pc:sldMk cId="1880011319" sldId="278"/>
            <ac:picMk id="10" creationId="{086FB9D2-C0C8-B7E2-1A33-6AEDDA2F2A9B}"/>
          </ac:picMkLst>
        </pc:picChg>
        <pc:picChg chg="add mod">
          <ac:chgData name="Maurice Haghighi Pajouh" userId="092cc9d1-7598-4713-831a-52d09f4d3d52" providerId="ADAL" clId="{19C410B3-F811-5142-B48E-5C1EA0087195}" dt="2026-02-18T10:24:26.472" v="6790" actId="207"/>
          <ac:picMkLst>
            <pc:docMk/>
            <pc:sldMk cId="1880011319" sldId="278"/>
            <ac:picMk id="11" creationId="{88D97444-3810-5001-2D81-10CCC64C18D0}"/>
          </ac:picMkLst>
        </pc:picChg>
        <pc:picChg chg="add mod">
          <ac:chgData name="Maurice Haghighi Pajouh" userId="092cc9d1-7598-4713-831a-52d09f4d3d52" providerId="ADAL" clId="{19C410B3-F811-5142-B48E-5C1EA0087195}" dt="2026-02-18T10:24:26.472" v="6790" actId="207"/>
          <ac:picMkLst>
            <pc:docMk/>
            <pc:sldMk cId="1880011319" sldId="278"/>
            <ac:picMk id="13" creationId="{354FC9A7-C7BF-15C9-B887-C1B269B29CAC}"/>
          </ac:picMkLst>
        </pc:picChg>
        <pc:picChg chg="add mod">
          <ac:chgData name="Maurice Haghighi Pajouh" userId="092cc9d1-7598-4713-831a-52d09f4d3d52" providerId="ADAL" clId="{19C410B3-F811-5142-B48E-5C1EA0087195}" dt="2026-02-18T10:24:26.472" v="6790" actId="207"/>
          <ac:picMkLst>
            <pc:docMk/>
            <pc:sldMk cId="1880011319" sldId="278"/>
            <ac:picMk id="15" creationId="{9911C1E5-B201-0759-5BED-8754D5269E0F}"/>
          </ac:picMkLst>
        </pc:picChg>
        <pc:picChg chg="add mod">
          <ac:chgData name="Maurice Haghighi Pajouh" userId="092cc9d1-7598-4713-831a-52d09f4d3d52" providerId="ADAL" clId="{19C410B3-F811-5142-B48E-5C1EA0087195}" dt="2026-02-18T10:23:20.536" v="6763" actId="1076"/>
          <ac:picMkLst>
            <pc:docMk/>
            <pc:sldMk cId="1880011319" sldId="278"/>
            <ac:picMk id="16" creationId="{6E90229C-3764-7E31-6A43-5421476856E8}"/>
          </ac:picMkLst>
        </pc:picChg>
        <pc:picChg chg="add del mod">
          <ac:chgData name="Maurice Haghighi Pajouh" userId="092cc9d1-7598-4713-831a-52d09f4d3d52" providerId="ADAL" clId="{19C410B3-F811-5142-B48E-5C1EA0087195}" dt="2026-02-18T10:24:17.672" v="6788" actId="478"/>
          <ac:picMkLst>
            <pc:docMk/>
            <pc:sldMk cId="1880011319" sldId="278"/>
            <ac:picMk id="17" creationId="{2AAE978A-0C82-B199-5C05-347B163DBD51}"/>
          </ac:picMkLst>
        </pc:picChg>
        <pc:picChg chg="add del mod">
          <ac:chgData name="Maurice Haghighi Pajouh" userId="092cc9d1-7598-4713-831a-52d09f4d3d52" providerId="ADAL" clId="{19C410B3-F811-5142-B48E-5C1EA0087195}" dt="2026-02-18T10:24:17.672" v="6788" actId="478"/>
          <ac:picMkLst>
            <pc:docMk/>
            <pc:sldMk cId="1880011319" sldId="278"/>
            <ac:picMk id="18" creationId="{86AF06E6-4C07-76A9-15C7-4165F4F01AEF}"/>
          </ac:picMkLst>
        </pc:picChg>
        <pc:picChg chg="add mod">
          <ac:chgData name="Maurice Haghighi Pajouh" userId="092cc9d1-7598-4713-831a-52d09f4d3d52" providerId="ADAL" clId="{19C410B3-F811-5142-B48E-5C1EA0087195}" dt="2026-02-18T10:28:46.538" v="7039" actId="1076"/>
          <ac:picMkLst>
            <pc:docMk/>
            <pc:sldMk cId="1880011319" sldId="278"/>
            <ac:picMk id="19" creationId="{25D19E8C-988A-F1C9-D8FE-1D203730885F}"/>
          </ac:picMkLst>
        </pc:picChg>
        <pc:picChg chg="add mod">
          <ac:chgData name="Maurice Haghighi Pajouh" userId="092cc9d1-7598-4713-831a-52d09f4d3d52" providerId="ADAL" clId="{19C410B3-F811-5142-B48E-5C1EA0087195}" dt="2026-02-18T10:28:46.538" v="7039" actId="1076"/>
          <ac:picMkLst>
            <pc:docMk/>
            <pc:sldMk cId="1880011319" sldId="278"/>
            <ac:picMk id="20" creationId="{C56077C9-74BC-6496-D4AF-C9C40ED7ED6E}"/>
          </ac:picMkLst>
        </pc:picChg>
        <pc:cxnChg chg="add mod">
          <ac:chgData name="Maurice Haghighi Pajouh" userId="092cc9d1-7598-4713-831a-52d09f4d3d52" providerId="ADAL" clId="{19C410B3-F811-5142-B48E-5C1EA0087195}" dt="2026-02-18T10:25:48.914" v="6816" actId="692"/>
          <ac:cxnSpMkLst>
            <pc:docMk/>
            <pc:sldMk cId="1880011319" sldId="278"/>
            <ac:cxnSpMk id="25" creationId="{DAE66E24-77D1-C8FE-4110-33702F4D350B}"/>
          </ac:cxnSpMkLst>
        </pc:cxnChg>
        <pc:cxnChg chg="add del mod">
          <ac:chgData name="Maurice Haghighi Pajouh" userId="092cc9d1-7598-4713-831a-52d09f4d3d52" providerId="ADAL" clId="{19C410B3-F811-5142-B48E-5C1EA0087195}" dt="2026-02-18T10:22:40.857" v="6752" actId="478"/>
          <ac:cxnSpMkLst>
            <pc:docMk/>
            <pc:sldMk cId="1880011319" sldId="278"/>
            <ac:cxnSpMk id="26" creationId="{747E6D6A-397C-4F3B-A170-A28C75F4743A}"/>
          </ac:cxnSpMkLst>
        </pc:cxnChg>
        <pc:cxnChg chg="add del mod">
          <ac:chgData name="Maurice Haghighi Pajouh" userId="092cc9d1-7598-4713-831a-52d09f4d3d52" providerId="ADAL" clId="{19C410B3-F811-5142-B48E-5C1EA0087195}" dt="2026-02-18T10:24:15.988" v="6787" actId="478"/>
          <ac:cxnSpMkLst>
            <pc:docMk/>
            <pc:sldMk cId="1880011319" sldId="278"/>
            <ac:cxnSpMk id="28" creationId="{2BEF4098-0043-4A4C-CDA3-31D0C75ED199}"/>
          </ac:cxnSpMkLst>
        </pc:cxnChg>
        <pc:cxnChg chg="add mod">
          <ac:chgData name="Maurice Haghighi Pajouh" userId="092cc9d1-7598-4713-831a-52d09f4d3d52" providerId="ADAL" clId="{19C410B3-F811-5142-B48E-5C1EA0087195}" dt="2026-02-18T10:23:38.102" v="6774" actId="14100"/>
          <ac:cxnSpMkLst>
            <pc:docMk/>
            <pc:sldMk cId="1880011319" sldId="278"/>
            <ac:cxnSpMk id="30" creationId="{90865EC9-40F9-5071-F089-3C216674D6CC}"/>
          </ac:cxnSpMkLst>
        </pc:cxnChg>
      </pc:sldChg>
      <pc:sldChg chg="addSp delSp modSp add mod">
        <pc:chgData name="Maurice Haghighi Pajouh" userId="092cc9d1-7598-4713-831a-52d09f4d3d52" providerId="ADAL" clId="{19C410B3-F811-5142-B48E-5C1EA0087195}" dt="2026-02-18T10:41:37.384" v="7561" actId="1076"/>
        <pc:sldMkLst>
          <pc:docMk/>
          <pc:sldMk cId="3303504179" sldId="279"/>
        </pc:sldMkLst>
        <pc:spChg chg="mod">
          <ac:chgData name="Maurice Haghighi Pajouh" userId="092cc9d1-7598-4713-831a-52d09f4d3d52" providerId="ADAL" clId="{19C410B3-F811-5142-B48E-5C1EA0087195}" dt="2026-02-18T10:29:31.390" v="7095" actId="20577"/>
          <ac:spMkLst>
            <pc:docMk/>
            <pc:sldMk cId="3303504179" sldId="279"/>
            <ac:spMk id="2" creationId="{62C41C48-7E15-8700-2B3E-95F32B7541FA}"/>
          </ac:spMkLst>
        </pc:spChg>
        <pc:spChg chg="del">
          <ac:chgData name="Maurice Haghighi Pajouh" userId="092cc9d1-7598-4713-831a-52d09f4d3d52" providerId="ADAL" clId="{19C410B3-F811-5142-B48E-5C1EA0087195}" dt="2026-02-18T10:37:32.872" v="7462" actId="478"/>
          <ac:spMkLst>
            <pc:docMk/>
            <pc:sldMk cId="3303504179" sldId="279"/>
            <ac:spMk id="12" creationId="{7009FDF2-2254-23DB-FE53-318B1807335E}"/>
          </ac:spMkLst>
        </pc:spChg>
        <pc:spChg chg="del">
          <ac:chgData name="Maurice Haghighi Pajouh" userId="092cc9d1-7598-4713-831a-52d09f4d3d52" providerId="ADAL" clId="{19C410B3-F811-5142-B48E-5C1EA0087195}" dt="2026-02-18T10:29:34.711" v="7096" actId="478"/>
          <ac:spMkLst>
            <pc:docMk/>
            <pc:sldMk cId="3303504179" sldId="279"/>
            <ac:spMk id="21" creationId="{0C100FA1-4901-0CC4-7EC5-5D0BE59D3EFA}"/>
          </ac:spMkLst>
        </pc:spChg>
        <pc:spChg chg="del">
          <ac:chgData name="Maurice Haghighi Pajouh" userId="092cc9d1-7598-4713-831a-52d09f4d3d52" providerId="ADAL" clId="{19C410B3-F811-5142-B48E-5C1EA0087195}" dt="2026-02-18T10:29:43.243" v="7097" actId="478"/>
          <ac:spMkLst>
            <pc:docMk/>
            <pc:sldMk cId="3303504179" sldId="279"/>
            <ac:spMk id="22" creationId="{2DC5B634-1442-B3DA-9A0D-2D9C6B9C4947}"/>
          </ac:spMkLst>
        </pc:spChg>
        <pc:spChg chg="del">
          <ac:chgData name="Maurice Haghighi Pajouh" userId="092cc9d1-7598-4713-831a-52d09f4d3d52" providerId="ADAL" clId="{19C410B3-F811-5142-B48E-5C1EA0087195}" dt="2026-02-18T10:29:48.551" v="7099" actId="478"/>
          <ac:spMkLst>
            <pc:docMk/>
            <pc:sldMk cId="3303504179" sldId="279"/>
            <ac:spMk id="23" creationId="{2580B9B7-157A-F207-7CE2-5C76CCBA269D}"/>
          </ac:spMkLst>
        </pc:spChg>
        <pc:spChg chg="add mod">
          <ac:chgData name="Maurice Haghighi Pajouh" userId="092cc9d1-7598-4713-831a-52d09f4d3d52" providerId="ADAL" clId="{19C410B3-F811-5142-B48E-5C1EA0087195}" dt="2026-02-18T10:41:12.249" v="7558" actId="1076"/>
          <ac:spMkLst>
            <pc:docMk/>
            <pc:sldMk cId="3303504179" sldId="279"/>
            <ac:spMk id="29" creationId="{B451E301-6893-A99F-B1D7-49F25712A8C6}"/>
          </ac:spMkLst>
        </pc:spChg>
        <pc:spChg chg="add mod">
          <ac:chgData name="Maurice Haghighi Pajouh" userId="092cc9d1-7598-4713-831a-52d09f4d3d52" providerId="ADAL" clId="{19C410B3-F811-5142-B48E-5C1EA0087195}" dt="2026-02-18T10:41:12.249" v="7558" actId="1076"/>
          <ac:spMkLst>
            <pc:docMk/>
            <pc:sldMk cId="3303504179" sldId="279"/>
            <ac:spMk id="31" creationId="{B6FEC49C-FDD4-4577-DF6F-39446E792D1D}"/>
          </ac:spMkLst>
        </pc:spChg>
        <pc:spChg chg="add del mod">
          <ac:chgData name="Maurice Haghighi Pajouh" userId="092cc9d1-7598-4713-831a-52d09f4d3d52" providerId="ADAL" clId="{19C410B3-F811-5142-B48E-5C1EA0087195}" dt="2026-02-18T10:36:13.011" v="7332" actId="478"/>
          <ac:spMkLst>
            <pc:docMk/>
            <pc:sldMk cId="3303504179" sldId="279"/>
            <ac:spMk id="33" creationId="{1EFBA729-F75A-7218-9896-CB7C5DE4D9B6}"/>
          </ac:spMkLst>
        </pc:spChg>
        <pc:spChg chg="del">
          <ac:chgData name="Maurice Haghighi Pajouh" userId="092cc9d1-7598-4713-831a-52d09f4d3d52" providerId="ADAL" clId="{19C410B3-F811-5142-B48E-5C1EA0087195}" dt="2026-02-18T10:29:43.243" v="7097" actId="478"/>
          <ac:spMkLst>
            <pc:docMk/>
            <pc:sldMk cId="3303504179" sldId="279"/>
            <ac:spMk id="34" creationId="{0EA51B49-75E6-FF9E-F5C7-CCE14150CCB9}"/>
          </ac:spMkLst>
        </pc:spChg>
        <pc:spChg chg="del">
          <ac:chgData name="Maurice Haghighi Pajouh" userId="092cc9d1-7598-4713-831a-52d09f4d3d52" providerId="ADAL" clId="{19C410B3-F811-5142-B48E-5C1EA0087195}" dt="2026-02-18T10:29:43.243" v="7097" actId="478"/>
          <ac:spMkLst>
            <pc:docMk/>
            <pc:sldMk cId="3303504179" sldId="279"/>
            <ac:spMk id="38" creationId="{1E9F8677-4F65-E57A-0D08-77C2D8E5022D}"/>
          </ac:spMkLst>
        </pc:spChg>
        <pc:spChg chg="add del mod">
          <ac:chgData name="Maurice Haghighi Pajouh" userId="092cc9d1-7598-4713-831a-52d09f4d3d52" providerId="ADAL" clId="{19C410B3-F811-5142-B48E-5C1EA0087195}" dt="2026-02-18T10:41:17.982" v="7559" actId="478"/>
          <ac:spMkLst>
            <pc:docMk/>
            <pc:sldMk cId="3303504179" sldId="279"/>
            <ac:spMk id="39" creationId="{0471673F-0878-5CA0-6651-D8D326173F81}"/>
          </ac:spMkLst>
        </pc:spChg>
        <pc:spChg chg="del">
          <ac:chgData name="Maurice Haghighi Pajouh" userId="092cc9d1-7598-4713-831a-52d09f4d3d52" providerId="ADAL" clId="{19C410B3-F811-5142-B48E-5C1EA0087195}" dt="2026-02-18T10:29:52.858" v="7100" actId="478"/>
          <ac:spMkLst>
            <pc:docMk/>
            <pc:sldMk cId="3303504179" sldId="279"/>
            <ac:spMk id="40" creationId="{9C11FC08-7566-C040-FA8F-E3BD3D8D5FE9}"/>
          </ac:spMkLst>
        </pc:spChg>
        <pc:spChg chg="del">
          <ac:chgData name="Maurice Haghighi Pajouh" userId="092cc9d1-7598-4713-831a-52d09f4d3d52" providerId="ADAL" clId="{19C410B3-F811-5142-B48E-5C1EA0087195}" dt="2026-02-18T10:29:43.243" v="7097" actId="478"/>
          <ac:spMkLst>
            <pc:docMk/>
            <pc:sldMk cId="3303504179" sldId="279"/>
            <ac:spMk id="41" creationId="{8ED4FA57-836C-D7EF-168E-D0A33768D18B}"/>
          </ac:spMkLst>
        </pc:spChg>
        <pc:spChg chg="del">
          <ac:chgData name="Maurice Haghighi Pajouh" userId="092cc9d1-7598-4713-831a-52d09f4d3d52" providerId="ADAL" clId="{19C410B3-F811-5142-B48E-5C1EA0087195}" dt="2026-02-18T10:29:48.551" v="7099" actId="478"/>
          <ac:spMkLst>
            <pc:docMk/>
            <pc:sldMk cId="3303504179" sldId="279"/>
            <ac:spMk id="42" creationId="{002F0D1E-9EED-D5A2-66D6-48170F3D6DCC}"/>
          </ac:spMkLst>
        </pc:spChg>
        <pc:spChg chg="add mod">
          <ac:chgData name="Maurice Haghighi Pajouh" userId="092cc9d1-7598-4713-831a-52d09f4d3d52" providerId="ADAL" clId="{19C410B3-F811-5142-B48E-5C1EA0087195}" dt="2026-02-18T10:38:51.577" v="7479" actId="1076"/>
          <ac:spMkLst>
            <pc:docMk/>
            <pc:sldMk cId="3303504179" sldId="279"/>
            <ac:spMk id="52" creationId="{5C15937E-54CD-077F-7989-64B1DA411038}"/>
          </ac:spMkLst>
        </pc:spChg>
        <pc:spChg chg="add mod">
          <ac:chgData name="Maurice Haghighi Pajouh" userId="092cc9d1-7598-4713-831a-52d09f4d3d52" providerId="ADAL" clId="{19C410B3-F811-5142-B48E-5C1EA0087195}" dt="2026-02-18T10:41:12.249" v="7558" actId="1076"/>
          <ac:spMkLst>
            <pc:docMk/>
            <pc:sldMk cId="3303504179" sldId="279"/>
            <ac:spMk id="102" creationId="{2717C674-4B27-5F71-F93D-B9AD3F44CCED}"/>
          </ac:spMkLst>
        </pc:spChg>
        <pc:spChg chg="add mod">
          <ac:chgData name="Maurice Haghighi Pajouh" userId="092cc9d1-7598-4713-831a-52d09f4d3d52" providerId="ADAL" clId="{19C410B3-F811-5142-B48E-5C1EA0087195}" dt="2026-02-18T10:41:06.821" v="7557" actId="20577"/>
          <ac:spMkLst>
            <pc:docMk/>
            <pc:sldMk cId="3303504179" sldId="279"/>
            <ac:spMk id="103" creationId="{E79FE659-B4B6-F1B9-5A13-2A150F0F1ECF}"/>
          </ac:spMkLst>
        </pc:spChg>
        <pc:picChg chg="add mod">
          <ac:chgData name="Maurice Haghighi Pajouh" userId="092cc9d1-7598-4713-831a-52d09f4d3d52" providerId="ADAL" clId="{19C410B3-F811-5142-B48E-5C1EA0087195}" dt="2026-02-18T10:37:19.843" v="7456" actId="14100"/>
          <ac:picMkLst>
            <pc:docMk/>
            <pc:sldMk cId="3303504179" sldId="279"/>
            <ac:picMk id="4" creationId="{0020DC9E-7959-E89E-AED5-F3F87515DEF2}"/>
          </ac:picMkLst>
        </pc:picChg>
        <pc:picChg chg="del">
          <ac:chgData name="Maurice Haghighi Pajouh" userId="092cc9d1-7598-4713-831a-52d09f4d3d52" providerId="ADAL" clId="{19C410B3-F811-5142-B48E-5C1EA0087195}" dt="2026-02-18T10:30:27.352" v="7108" actId="478"/>
          <ac:picMkLst>
            <pc:docMk/>
            <pc:sldMk cId="3303504179" sldId="279"/>
            <ac:picMk id="5" creationId="{0D5FA1A9-ACF1-A4E6-398C-0159D141FC89}"/>
          </ac:picMkLst>
        </pc:picChg>
        <pc:picChg chg="del">
          <ac:chgData name="Maurice Haghighi Pajouh" userId="092cc9d1-7598-4713-831a-52d09f4d3d52" providerId="ADAL" clId="{19C410B3-F811-5142-B48E-5C1EA0087195}" dt="2026-02-18T10:29:45.423" v="7098" actId="478"/>
          <ac:picMkLst>
            <pc:docMk/>
            <pc:sldMk cId="3303504179" sldId="279"/>
            <ac:picMk id="7" creationId="{8BF2161C-A21E-E59E-8B2B-36665EF2E1C2}"/>
          </ac:picMkLst>
        </pc:picChg>
        <pc:picChg chg="del">
          <ac:chgData name="Maurice Haghighi Pajouh" userId="092cc9d1-7598-4713-831a-52d09f4d3d52" providerId="ADAL" clId="{19C410B3-F811-5142-B48E-5C1EA0087195}" dt="2026-02-18T10:29:43.243" v="7097" actId="478"/>
          <ac:picMkLst>
            <pc:docMk/>
            <pc:sldMk cId="3303504179" sldId="279"/>
            <ac:picMk id="9" creationId="{65FC99BC-2ADB-A7A8-2E14-9582C5043AD5}"/>
          </ac:picMkLst>
        </pc:picChg>
        <pc:picChg chg="del">
          <ac:chgData name="Maurice Haghighi Pajouh" userId="092cc9d1-7598-4713-831a-52d09f4d3d52" providerId="ADAL" clId="{19C410B3-F811-5142-B48E-5C1EA0087195}" dt="2026-02-18T10:30:26.817" v="7107" actId="478"/>
          <ac:picMkLst>
            <pc:docMk/>
            <pc:sldMk cId="3303504179" sldId="279"/>
            <ac:picMk id="10" creationId="{EEB8FC19-097B-EF7C-DBCB-B0FA4DB111BD}"/>
          </ac:picMkLst>
        </pc:picChg>
        <pc:picChg chg="del">
          <ac:chgData name="Maurice Haghighi Pajouh" userId="092cc9d1-7598-4713-831a-52d09f4d3d52" providerId="ADAL" clId="{19C410B3-F811-5142-B48E-5C1EA0087195}" dt="2026-02-18T10:30:27.702" v="7109" actId="478"/>
          <ac:picMkLst>
            <pc:docMk/>
            <pc:sldMk cId="3303504179" sldId="279"/>
            <ac:picMk id="11" creationId="{0EF407CE-8A15-28FC-8A48-E0C87CEB6DE1}"/>
          </ac:picMkLst>
        </pc:picChg>
        <pc:picChg chg="del">
          <ac:chgData name="Maurice Haghighi Pajouh" userId="092cc9d1-7598-4713-831a-52d09f4d3d52" providerId="ADAL" clId="{19C410B3-F811-5142-B48E-5C1EA0087195}" dt="2026-02-18T10:30:28.380" v="7110" actId="478"/>
          <ac:picMkLst>
            <pc:docMk/>
            <pc:sldMk cId="3303504179" sldId="279"/>
            <ac:picMk id="13" creationId="{36D90E92-C705-4779-B0FA-E92EBE8E92E8}"/>
          </ac:picMkLst>
        </pc:picChg>
        <pc:picChg chg="add mod">
          <ac:chgData name="Maurice Haghighi Pajouh" userId="092cc9d1-7598-4713-831a-52d09f4d3d52" providerId="ADAL" clId="{19C410B3-F811-5142-B48E-5C1EA0087195}" dt="2026-02-18T10:37:22.091" v="7457" actId="14100"/>
          <ac:picMkLst>
            <pc:docMk/>
            <pc:sldMk cId="3303504179" sldId="279"/>
            <ac:picMk id="14" creationId="{0A4F0AD8-7646-C506-1603-C48348917B5F}"/>
          </ac:picMkLst>
        </pc:picChg>
        <pc:picChg chg="del mod">
          <ac:chgData name="Maurice Haghighi Pajouh" userId="092cc9d1-7598-4713-831a-52d09f4d3d52" providerId="ADAL" clId="{19C410B3-F811-5142-B48E-5C1EA0087195}" dt="2026-02-18T10:39:00.804" v="7483" actId="478"/>
          <ac:picMkLst>
            <pc:docMk/>
            <pc:sldMk cId="3303504179" sldId="279"/>
            <ac:picMk id="15" creationId="{FC327918-3DD7-F415-6ED5-FA6E3A27D81D}"/>
          </ac:picMkLst>
        </pc:picChg>
        <pc:picChg chg="del">
          <ac:chgData name="Maurice Haghighi Pajouh" userId="092cc9d1-7598-4713-831a-52d09f4d3d52" providerId="ADAL" clId="{19C410B3-F811-5142-B48E-5C1EA0087195}" dt="2026-02-18T10:29:45.423" v="7098" actId="478"/>
          <ac:picMkLst>
            <pc:docMk/>
            <pc:sldMk cId="3303504179" sldId="279"/>
            <ac:picMk id="16" creationId="{5ABCE574-5EC0-D203-0B39-05666C534113}"/>
          </ac:picMkLst>
        </pc:picChg>
        <pc:picChg chg="add mod">
          <ac:chgData name="Maurice Haghighi Pajouh" userId="092cc9d1-7598-4713-831a-52d09f4d3d52" providerId="ADAL" clId="{19C410B3-F811-5142-B48E-5C1EA0087195}" dt="2026-02-18T10:38:42.163" v="7475" actId="1076"/>
          <ac:picMkLst>
            <pc:docMk/>
            <pc:sldMk cId="3303504179" sldId="279"/>
            <ac:picMk id="18" creationId="{DA011A7F-4AF7-776B-7629-679FF4D127B1}"/>
          </ac:picMkLst>
        </pc:picChg>
        <pc:picChg chg="del">
          <ac:chgData name="Maurice Haghighi Pajouh" userId="092cc9d1-7598-4713-831a-52d09f4d3d52" providerId="ADAL" clId="{19C410B3-F811-5142-B48E-5C1EA0087195}" dt="2026-02-18T10:29:43.243" v="7097" actId="478"/>
          <ac:picMkLst>
            <pc:docMk/>
            <pc:sldMk cId="3303504179" sldId="279"/>
            <ac:picMk id="19" creationId="{D15D94C9-D1B4-037D-EF05-5C9F4B23179A}"/>
          </ac:picMkLst>
        </pc:picChg>
        <pc:picChg chg="del">
          <ac:chgData name="Maurice Haghighi Pajouh" userId="092cc9d1-7598-4713-831a-52d09f4d3d52" providerId="ADAL" clId="{19C410B3-F811-5142-B48E-5C1EA0087195}" dt="2026-02-18T10:29:43.243" v="7097" actId="478"/>
          <ac:picMkLst>
            <pc:docMk/>
            <pc:sldMk cId="3303504179" sldId="279"/>
            <ac:picMk id="20" creationId="{6312AB15-92D7-4EE3-38F0-0DB01D81693F}"/>
          </ac:picMkLst>
        </pc:picChg>
        <pc:picChg chg="add del mod">
          <ac:chgData name="Maurice Haghighi Pajouh" userId="092cc9d1-7598-4713-831a-52d09f4d3d52" providerId="ADAL" clId="{19C410B3-F811-5142-B48E-5C1EA0087195}" dt="2026-02-18T10:39:00.804" v="7483" actId="478"/>
          <ac:picMkLst>
            <pc:docMk/>
            <pc:sldMk cId="3303504179" sldId="279"/>
            <ac:picMk id="35" creationId="{5C141A5F-7F9D-7D95-CD96-15A3BF5D096A}"/>
          </ac:picMkLst>
        </pc:picChg>
        <pc:picChg chg="add mod">
          <ac:chgData name="Maurice Haghighi Pajouh" userId="092cc9d1-7598-4713-831a-52d09f4d3d52" providerId="ADAL" clId="{19C410B3-F811-5142-B48E-5C1EA0087195}" dt="2026-02-18T10:41:37.384" v="7561" actId="1076"/>
          <ac:picMkLst>
            <pc:docMk/>
            <pc:sldMk cId="3303504179" sldId="279"/>
            <ac:picMk id="36" creationId="{B3516D03-FB6F-222B-AFA1-4395274DF3C2}"/>
          </ac:picMkLst>
        </pc:picChg>
        <pc:picChg chg="add mod">
          <ac:chgData name="Maurice Haghighi Pajouh" userId="092cc9d1-7598-4713-831a-52d09f4d3d52" providerId="ADAL" clId="{19C410B3-F811-5142-B48E-5C1EA0087195}" dt="2026-02-18T10:41:37.384" v="7561" actId="1076"/>
          <ac:picMkLst>
            <pc:docMk/>
            <pc:sldMk cId="3303504179" sldId="279"/>
            <ac:picMk id="37" creationId="{4BA1D5C4-2B5B-18DE-1F82-816408E2B065}"/>
          </ac:picMkLst>
        </pc:picChg>
        <pc:picChg chg="add mod">
          <ac:chgData name="Maurice Haghighi Pajouh" userId="092cc9d1-7598-4713-831a-52d09f4d3d52" providerId="ADAL" clId="{19C410B3-F811-5142-B48E-5C1EA0087195}" dt="2026-02-18T10:41:37.384" v="7561" actId="1076"/>
          <ac:picMkLst>
            <pc:docMk/>
            <pc:sldMk cId="3303504179" sldId="279"/>
            <ac:picMk id="59" creationId="{2B053A53-604B-D23C-A51E-FB405E8E950C}"/>
          </ac:picMkLst>
        </pc:picChg>
        <pc:picChg chg="add mod">
          <ac:chgData name="Maurice Haghighi Pajouh" userId="092cc9d1-7598-4713-831a-52d09f4d3d52" providerId="ADAL" clId="{19C410B3-F811-5142-B48E-5C1EA0087195}" dt="2026-02-18T10:41:37.384" v="7561" actId="1076"/>
          <ac:picMkLst>
            <pc:docMk/>
            <pc:sldMk cId="3303504179" sldId="279"/>
            <ac:picMk id="60" creationId="{4AE9B4B8-0497-2922-4B80-616E56B05983}"/>
          </ac:picMkLst>
        </pc:picChg>
        <pc:picChg chg="add mod">
          <ac:chgData name="Maurice Haghighi Pajouh" userId="092cc9d1-7598-4713-831a-52d09f4d3d52" providerId="ADAL" clId="{19C410B3-F811-5142-B48E-5C1EA0087195}" dt="2026-02-18T10:41:37.384" v="7561" actId="1076"/>
          <ac:picMkLst>
            <pc:docMk/>
            <pc:sldMk cId="3303504179" sldId="279"/>
            <ac:picMk id="61" creationId="{543C4D29-45B1-7A47-7C43-B0A0D6EA54F7}"/>
          </ac:picMkLst>
        </pc:picChg>
        <pc:picChg chg="add mod">
          <ac:chgData name="Maurice Haghighi Pajouh" userId="092cc9d1-7598-4713-831a-52d09f4d3d52" providerId="ADAL" clId="{19C410B3-F811-5142-B48E-5C1EA0087195}" dt="2026-02-18T10:41:37.384" v="7561" actId="1076"/>
          <ac:picMkLst>
            <pc:docMk/>
            <pc:sldMk cId="3303504179" sldId="279"/>
            <ac:picMk id="62" creationId="{9C3DABD0-FFBF-ED10-FD23-C49A16C63457}"/>
          </ac:picMkLst>
        </pc:picChg>
        <pc:picChg chg="add del mod">
          <ac:chgData name="Maurice Haghighi Pajouh" userId="092cc9d1-7598-4713-831a-52d09f4d3d52" providerId="ADAL" clId="{19C410B3-F811-5142-B48E-5C1EA0087195}" dt="2026-02-18T10:39:45.685" v="7504" actId="478"/>
          <ac:picMkLst>
            <pc:docMk/>
            <pc:sldMk cId="3303504179" sldId="279"/>
            <ac:picMk id="66" creationId="{F5431918-39F9-EFCF-0242-62003A88CC11}"/>
          </ac:picMkLst>
        </pc:picChg>
        <pc:picChg chg="add del mod">
          <ac:chgData name="Maurice Haghighi Pajouh" userId="092cc9d1-7598-4713-831a-52d09f4d3d52" providerId="ADAL" clId="{19C410B3-F811-5142-B48E-5C1EA0087195}" dt="2026-02-18T10:39:45.685" v="7504" actId="478"/>
          <ac:picMkLst>
            <pc:docMk/>
            <pc:sldMk cId="3303504179" sldId="279"/>
            <ac:picMk id="67" creationId="{3B6D36B5-7ED5-37C3-9A64-C19082590D11}"/>
          </ac:picMkLst>
        </pc:picChg>
        <pc:picChg chg="add mod">
          <ac:chgData name="Maurice Haghighi Pajouh" userId="092cc9d1-7598-4713-831a-52d09f4d3d52" providerId="ADAL" clId="{19C410B3-F811-5142-B48E-5C1EA0087195}" dt="2026-02-18T10:40:30.918" v="7523" actId="1076"/>
          <ac:picMkLst>
            <pc:docMk/>
            <pc:sldMk cId="3303504179" sldId="279"/>
            <ac:picMk id="70" creationId="{C14FB2EF-906F-6ADA-5A66-6ED13FBBEC2F}"/>
          </ac:picMkLst>
        </pc:picChg>
        <pc:picChg chg="add mod">
          <ac:chgData name="Maurice Haghighi Pajouh" userId="092cc9d1-7598-4713-831a-52d09f4d3d52" providerId="ADAL" clId="{19C410B3-F811-5142-B48E-5C1EA0087195}" dt="2026-02-18T10:40:12.094" v="7516" actId="1076"/>
          <ac:picMkLst>
            <pc:docMk/>
            <pc:sldMk cId="3303504179" sldId="279"/>
            <ac:picMk id="71" creationId="{BC507546-9389-517D-526A-A1F7CB595488}"/>
          </ac:picMkLst>
        </pc:picChg>
        <pc:picChg chg="add mod">
          <ac:chgData name="Maurice Haghighi Pajouh" userId="092cc9d1-7598-4713-831a-52d09f4d3d52" providerId="ADAL" clId="{19C410B3-F811-5142-B48E-5C1EA0087195}" dt="2026-02-18T10:40:12.094" v="7516" actId="1076"/>
          <ac:picMkLst>
            <pc:docMk/>
            <pc:sldMk cId="3303504179" sldId="279"/>
            <ac:picMk id="72" creationId="{483B8FD0-E0D9-B948-E7C7-267C82AE5CB4}"/>
          </ac:picMkLst>
        </pc:picChg>
        <pc:picChg chg="add mod">
          <ac:chgData name="Maurice Haghighi Pajouh" userId="092cc9d1-7598-4713-831a-52d09f4d3d52" providerId="ADAL" clId="{19C410B3-F811-5142-B48E-5C1EA0087195}" dt="2026-02-18T10:40:12.094" v="7516" actId="1076"/>
          <ac:picMkLst>
            <pc:docMk/>
            <pc:sldMk cId="3303504179" sldId="279"/>
            <ac:picMk id="73" creationId="{03780FD4-1AE7-EED6-8C13-8EBB5708FF5E}"/>
          </ac:picMkLst>
        </pc:picChg>
        <pc:picChg chg="add mod">
          <ac:chgData name="Maurice Haghighi Pajouh" userId="092cc9d1-7598-4713-831a-52d09f4d3d52" providerId="ADAL" clId="{19C410B3-F811-5142-B48E-5C1EA0087195}" dt="2026-02-18T10:41:26.048" v="7560" actId="1076"/>
          <ac:picMkLst>
            <pc:docMk/>
            <pc:sldMk cId="3303504179" sldId="279"/>
            <ac:picMk id="74" creationId="{CB994C07-8959-CB3B-AE65-FC8F39D0236E}"/>
          </ac:picMkLst>
        </pc:picChg>
        <pc:picChg chg="add mod">
          <ac:chgData name="Maurice Haghighi Pajouh" userId="092cc9d1-7598-4713-831a-52d09f4d3d52" providerId="ADAL" clId="{19C410B3-F811-5142-B48E-5C1EA0087195}" dt="2026-02-18T10:41:26.048" v="7560" actId="1076"/>
          <ac:picMkLst>
            <pc:docMk/>
            <pc:sldMk cId="3303504179" sldId="279"/>
            <ac:picMk id="75" creationId="{33C82BA7-942B-E949-9E54-F5D49A1349ED}"/>
          </ac:picMkLst>
        </pc:picChg>
        <pc:picChg chg="add mod">
          <ac:chgData name="Maurice Haghighi Pajouh" userId="092cc9d1-7598-4713-831a-52d09f4d3d52" providerId="ADAL" clId="{19C410B3-F811-5142-B48E-5C1EA0087195}" dt="2026-02-18T10:41:26.048" v="7560" actId="1076"/>
          <ac:picMkLst>
            <pc:docMk/>
            <pc:sldMk cId="3303504179" sldId="279"/>
            <ac:picMk id="76" creationId="{E69A9DF7-1B8D-0D9B-30BB-3537910EFC62}"/>
          </ac:picMkLst>
        </pc:picChg>
        <pc:picChg chg="add mod">
          <ac:chgData name="Maurice Haghighi Pajouh" userId="092cc9d1-7598-4713-831a-52d09f4d3d52" providerId="ADAL" clId="{19C410B3-F811-5142-B48E-5C1EA0087195}" dt="2026-02-18T10:40:16.241" v="7518" actId="1076"/>
          <ac:picMkLst>
            <pc:docMk/>
            <pc:sldMk cId="3303504179" sldId="279"/>
            <ac:picMk id="77" creationId="{8B8B9FBE-CC08-7956-56A6-9A76C16F6EEA}"/>
          </ac:picMkLst>
        </pc:picChg>
        <pc:picChg chg="add mod">
          <ac:chgData name="Maurice Haghighi Pajouh" userId="092cc9d1-7598-4713-831a-52d09f4d3d52" providerId="ADAL" clId="{19C410B3-F811-5142-B48E-5C1EA0087195}" dt="2026-02-18T10:41:26.048" v="7560" actId="1076"/>
          <ac:picMkLst>
            <pc:docMk/>
            <pc:sldMk cId="3303504179" sldId="279"/>
            <ac:picMk id="78" creationId="{4DFD1D85-D669-09A8-A6A1-5D229F1A31FA}"/>
          </ac:picMkLst>
        </pc:picChg>
        <pc:picChg chg="add mod">
          <ac:chgData name="Maurice Haghighi Pajouh" userId="092cc9d1-7598-4713-831a-52d09f4d3d52" providerId="ADAL" clId="{19C410B3-F811-5142-B48E-5C1EA0087195}" dt="2026-02-18T10:40:16.241" v="7518" actId="1076"/>
          <ac:picMkLst>
            <pc:docMk/>
            <pc:sldMk cId="3303504179" sldId="279"/>
            <ac:picMk id="79" creationId="{E63126FA-FDCC-B419-0EFF-CB0940BB2343}"/>
          </ac:picMkLst>
        </pc:picChg>
        <pc:picChg chg="add mod">
          <ac:chgData name="Maurice Haghighi Pajouh" userId="092cc9d1-7598-4713-831a-52d09f4d3d52" providerId="ADAL" clId="{19C410B3-F811-5142-B48E-5C1EA0087195}" dt="2026-02-18T10:41:26.048" v="7560" actId="1076"/>
          <ac:picMkLst>
            <pc:docMk/>
            <pc:sldMk cId="3303504179" sldId="279"/>
            <ac:picMk id="80" creationId="{C2F314AA-8862-C286-57C0-9983AC087F71}"/>
          </ac:picMkLst>
        </pc:picChg>
        <pc:picChg chg="add mod">
          <ac:chgData name="Maurice Haghighi Pajouh" userId="092cc9d1-7598-4713-831a-52d09f4d3d52" providerId="ADAL" clId="{19C410B3-F811-5142-B48E-5C1EA0087195}" dt="2026-02-18T10:40:16.241" v="7518" actId="1076"/>
          <ac:picMkLst>
            <pc:docMk/>
            <pc:sldMk cId="3303504179" sldId="279"/>
            <ac:picMk id="81" creationId="{2229E39B-4505-66DA-4975-6F6162CC4EAB}"/>
          </ac:picMkLst>
        </pc:picChg>
        <pc:picChg chg="add del mod">
          <ac:chgData name="Maurice Haghighi Pajouh" userId="092cc9d1-7598-4713-831a-52d09f4d3d52" providerId="ADAL" clId="{19C410B3-F811-5142-B48E-5C1EA0087195}" dt="2026-02-18T10:40:21.314" v="7520" actId="478"/>
          <ac:picMkLst>
            <pc:docMk/>
            <pc:sldMk cId="3303504179" sldId="279"/>
            <ac:picMk id="82" creationId="{99FC51C5-135F-9D21-7D2B-318AF42B15FD}"/>
          </ac:picMkLst>
        </pc:picChg>
        <pc:picChg chg="add del mod">
          <ac:chgData name="Maurice Haghighi Pajouh" userId="092cc9d1-7598-4713-831a-52d09f4d3d52" providerId="ADAL" clId="{19C410B3-F811-5142-B48E-5C1EA0087195}" dt="2026-02-18T10:40:21.314" v="7520" actId="478"/>
          <ac:picMkLst>
            <pc:docMk/>
            <pc:sldMk cId="3303504179" sldId="279"/>
            <ac:picMk id="83" creationId="{8921EBD7-AD70-FC67-0B7E-31996366AAE9}"/>
          </ac:picMkLst>
        </pc:picChg>
        <pc:picChg chg="add del mod">
          <ac:chgData name="Maurice Haghighi Pajouh" userId="092cc9d1-7598-4713-831a-52d09f4d3d52" providerId="ADAL" clId="{19C410B3-F811-5142-B48E-5C1EA0087195}" dt="2026-02-18T10:40:21.314" v="7520" actId="478"/>
          <ac:picMkLst>
            <pc:docMk/>
            <pc:sldMk cId="3303504179" sldId="279"/>
            <ac:picMk id="84" creationId="{59B21580-377E-E02E-50BC-5028868D3732}"/>
          </ac:picMkLst>
        </pc:picChg>
        <pc:picChg chg="add del mod">
          <ac:chgData name="Maurice Haghighi Pajouh" userId="092cc9d1-7598-4713-831a-52d09f4d3d52" providerId="ADAL" clId="{19C410B3-F811-5142-B48E-5C1EA0087195}" dt="2026-02-18T10:40:21.314" v="7520" actId="478"/>
          <ac:picMkLst>
            <pc:docMk/>
            <pc:sldMk cId="3303504179" sldId="279"/>
            <ac:picMk id="85" creationId="{E38BB386-EB2E-2C74-0C68-ABA3ACFBFDA1}"/>
          </ac:picMkLst>
        </pc:picChg>
        <pc:picChg chg="add del mod">
          <ac:chgData name="Maurice Haghighi Pajouh" userId="092cc9d1-7598-4713-831a-52d09f4d3d52" providerId="ADAL" clId="{19C410B3-F811-5142-B48E-5C1EA0087195}" dt="2026-02-18T10:40:21.314" v="7520" actId="478"/>
          <ac:picMkLst>
            <pc:docMk/>
            <pc:sldMk cId="3303504179" sldId="279"/>
            <ac:picMk id="86" creationId="{EAA8ECA1-7622-4073-C844-C435B3EF122F}"/>
          </ac:picMkLst>
        </pc:picChg>
        <pc:picChg chg="add del mod">
          <ac:chgData name="Maurice Haghighi Pajouh" userId="092cc9d1-7598-4713-831a-52d09f4d3d52" providerId="ADAL" clId="{19C410B3-F811-5142-B48E-5C1EA0087195}" dt="2026-02-18T10:40:21.314" v="7520" actId="478"/>
          <ac:picMkLst>
            <pc:docMk/>
            <pc:sldMk cId="3303504179" sldId="279"/>
            <ac:picMk id="87" creationId="{BFDCE4F9-4FA4-04D4-BC4F-8B1DDD70E7AB}"/>
          </ac:picMkLst>
        </pc:picChg>
        <pc:picChg chg="add mod">
          <ac:chgData name="Maurice Haghighi Pajouh" userId="092cc9d1-7598-4713-831a-52d09f4d3d52" providerId="ADAL" clId="{19C410B3-F811-5142-B48E-5C1EA0087195}" dt="2026-02-18T10:40:27.155" v="7522" actId="1076"/>
          <ac:picMkLst>
            <pc:docMk/>
            <pc:sldMk cId="3303504179" sldId="279"/>
            <ac:picMk id="88" creationId="{DF8B7846-74D2-2108-3742-7B9344665B57}"/>
          </ac:picMkLst>
        </pc:picChg>
        <pc:picChg chg="add mod">
          <ac:chgData name="Maurice Haghighi Pajouh" userId="092cc9d1-7598-4713-831a-52d09f4d3d52" providerId="ADAL" clId="{19C410B3-F811-5142-B48E-5C1EA0087195}" dt="2026-02-18T10:41:26.048" v="7560" actId="1076"/>
          <ac:picMkLst>
            <pc:docMk/>
            <pc:sldMk cId="3303504179" sldId="279"/>
            <ac:picMk id="89" creationId="{9B984A94-3CF2-2CCA-8FC7-25E18C21110C}"/>
          </ac:picMkLst>
        </pc:picChg>
        <pc:picChg chg="add mod">
          <ac:chgData name="Maurice Haghighi Pajouh" userId="092cc9d1-7598-4713-831a-52d09f4d3d52" providerId="ADAL" clId="{19C410B3-F811-5142-B48E-5C1EA0087195}" dt="2026-02-18T10:41:26.048" v="7560" actId="1076"/>
          <ac:picMkLst>
            <pc:docMk/>
            <pc:sldMk cId="3303504179" sldId="279"/>
            <ac:picMk id="90" creationId="{EB8C0DD4-DC11-7A73-0FC4-67E95B72602F}"/>
          </ac:picMkLst>
        </pc:picChg>
        <pc:picChg chg="add mod">
          <ac:chgData name="Maurice Haghighi Pajouh" userId="092cc9d1-7598-4713-831a-52d09f4d3d52" providerId="ADAL" clId="{19C410B3-F811-5142-B48E-5C1EA0087195}" dt="2026-02-18T10:40:27.155" v="7522" actId="1076"/>
          <ac:picMkLst>
            <pc:docMk/>
            <pc:sldMk cId="3303504179" sldId="279"/>
            <ac:picMk id="91" creationId="{74EF609F-C735-A60B-1B5E-A9199A7392E6}"/>
          </ac:picMkLst>
        </pc:picChg>
        <pc:picChg chg="add mod">
          <ac:chgData name="Maurice Haghighi Pajouh" userId="092cc9d1-7598-4713-831a-52d09f4d3d52" providerId="ADAL" clId="{19C410B3-F811-5142-B48E-5C1EA0087195}" dt="2026-02-18T10:41:26.048" v="7560" actId="1076"/>
          <ac:picMkLst>
            <pc:docMk/>
            <pc:sldMk cId="3303504179" sldId="279"/>
            <ac:picMk id="92" creationId="{A0865946-797C-45C8-822D-654EB546E7DF}"/>
          </ac:picMkLst>
        </pc:picChg>
        <pc:picChg chg="add mod">
          <ac:chgData name="Maurice Haghighi Pajouh" userId="092cc9d1-7598-4713-831a-52d09f4d3d52" providerId="ADAL" clId="{19C410B3-F811-5142-B48E-5C1EA0087195}" dt="2026-02-18T10:40:27.155" v="7522" actId="1076"/>
          <ac:picMkLst>
            <pc:docMk/>
            <pc:sldMk cId="3303504179" sldId="279"/>
            <ac:picMk id="94" creationId="{041568A9-77C9-30D8-CE07-D6B12B9395E8}"/>
          </ac:picMkLst>
        </pc:picChg>
        <pc:picChg chg="add mod">
          <ac:chgData name="Maurice Haghighi Pajouh" userId="092cc9d1-7598-4713-831a-52d09f4d3d52" providerId="ADAL" clId="{19C410B3-F811-5142-B48E-5C1EA0087195}" dt="2026-02-18T10:41:26.048" v="7560" actId="1076"/>
          <ac:picMkLst>
            <pc:docMk/>
            <pc:sldMk cId="3303504179" sldId="279"/>
            <ac:picMk id="95" creationId="{1D6D3CCD-9256-0C6C-F0C3-0A90C265CA51}"/>
          </ac:picMkLst>
        </pc:picChg>
        <pc:picChg chg="add mod">
          <ac:chgData name="Maurice Haghighi Pajouh" userId="092cc9d1-7598-4713-831a-52d09f4d3d52" providerId="ADAL" clId="{19C410B3-F811-5142-B48E-5C1EA0087195}" dt="2026-02-18T10:40:27.155" v="7522" actId="1076"/>
          <ac:picMkLst>
            <pc:docMk/>
            <pc:sldMk cId="3303504179" sldId="279"/>
            <ac:picMk id="96" creationId="{A74E2326-BCE5-AFCF-62E7-78B9596B07A3}"/>
          </ac:picMkLst>
        </pc:picChg>
        <pc:picChg chg="add mod">
          <ac:chgData name="Maurice Haghighi Pajouh" userId="092cc9d1-7598-4713-831a-52d09f4d3d52" providerId="ADAL" clId="{19C410B3-F811-5142-B48E-5C1EA0087195}" dt="2026-02-18T10:40:27.155" v="7522" actId="1076"/>
          <ac:picMkLst>
            <pc:docMk/>
            <pc:sldMk cId="3303504179" sldId="279"/>
            <ac:picMk id="97" creationId="{F9486D7A-DE48-9025-20E2-6A020FD8C6F5}"/>
          </ac:picMkLst>
        </pc:picChg>
        <pc:picChg chg="add mod">
          <ac:chgData name="Maurice Haghighi Pajouh" userId="092cc9d1-7598-4713-831a-52d09f4d3d52" providerId="ADAL" clId="{19C410B3-F811-5142-B48E-5C1EA0087195}" dt="2026-02-18T10:41:26.048" v="7560" actId="1076"/>
          <ac:picMkLst>
            <pc:docMk/>
            <pc:sldMk cId="3303504179" sldId="279"/>
            <ac:picMk id="98" creationId="{4FA435A2-46B1-C780-C2FC-7C19269D1143}"/>
          </ac:picMkLst>
        </pc:picChg>
        <pc:cxnChg chg="del">
          <ac:chgData name="Maurice Haghighi Pajouh" userId="092cc9d1-7598-4713-831a-52d09f4d3d52" providerId="ADAL" clId="{19C410B3-F811-5142-B48E-5C1EA0087195}" dt="2026-02-18T10:29:43.243" v="7097" actId="478"/>
          <ac:cxnSpMkLst>
            <pc:docMk/>
            <pc:sldMk cId="3303504179" sldId="279"/>
            <ac:cxnSpMk id="25" creationId="{2B8FC400-6B4B-8772-C21C-7F39329DAE7A}"/>
          </ac:cxnSpMkLst>
        </pc:cxnChg>
        <pc:cxnChg chg="add mod">
          <ac:chgData name="Maurice Haghighi Pajouh" userId="092cc9d1-7598-4713-831a-52d09f4d3d52" providerId="ADAL" clId="{19C410B3-F811-5142-B48E-5C1EA0087195}" dt="2026-02-18T10:37:29.218" v="7460" actId="1076"/>
          <ac:cxnSpMkLst>
            <pc:docMk/>
            <pc:sldMk cId="3303504179" sldId="279"/>
            <ac:cxnSpMk id="26" creationId="{FC655FA7-469E-D524-D3FE-166C3B17DCAF}"/>
          </ac:cxnSpMkLst>
        </pc:cxnChg>
        <pc:cxnChg chg="del mod">
          <ac:chgData name="Maurice Haghighi Pajouh" userId="092cc9d1-7598-4713-831a-52d09f4d3d52" providerId="ADAL" clId="{19C410B3-F811-5142-B48E-5C1EA0087195}" dt="2026-02-18T10:29:48.551" v="7099" actId="478"/>
          <ac:cxnSpMkLst>
            <pc:docMk/>
            <pc:sldMk cId="3303504179" sldId="279"/>
            <ac:cxnSpMk id="30" creationId="{87F01EF4-FBE3-757E-BD96-3EC7789B695A}"/>
          </ac:cxnSpMkLst>
        </pc:cxnChg>
        <pc:cxnChg chg="add del mod">
          <ac:chgData name="Maurice Haghighi Pajouh" userId="092cc9d1-7598-4713-831a-52d09f4d3d52" providerId="ADAL" clId="{19C410B3-F811-5142-B48E-5C1EA0087195}" dt="2026-02-18T10:36:07.102" v="7328" actId="478"/>
          <ac:cxnSpMkLst>
            <pc:docMk/>
            <pc:sldMk cId="3303504179" sldId="279"/>
            <ac:cxnSpMk id="32" creationId="{52D613AB-89D7-1C7C-ABCD-9A696E05680D}"/>
          </ac:cxnSpMkLst>
        </pc:cxnChg>
        <pc:cxnChg chg="add mod">
          <ac:chgData name="Maurice Haghighi Pajouh" userId="092cc9d1-7598-4713-831a-52d09f4d3d52" providerId="ADAL" clId="{19C410B3-F811-5142-B48E-5C1EA0087195}" dt="2026-02-18T10:40:39.767" v="7527" actId="14100"/>
          <ac:cxnSpMkLst>
            <pc:docMk/>
            <pc:sldMk cId="3303504179" sldId="279"/>
            <ac:cxnSpMk id="44" creationId="{3C46920E-8EBB-DC0E-020B-D015D2735CC4}"/>
          </ac:cxnSpMkLst>
        </pc:cxnChg>
        <pc:cxnChg chg="add del mod">
          <ac:chgData name="Maurice Haghighi Pajouh" userId="092cc9d1-7598-4713-831a-52d09f4d3d52" providerId="ADAL" clId="{19C410B3-F811-5142-B48E-5C1EA0087195}" dt="2026-02-18T10:37:13.596" v="7452" actId="478"/>
          <ac:cxnSpMkLst>
            <pc:docMk/>
            <pc:sldMk cId="3303504179" sldId="279"/>
            <ac:cxnSpMk id="45" creationId="{2D0E1F40-391E-491A-7822-2543EA949C37}"/>
          </ac:cxnSpMkLst>
        </pc:cxnChg>
        <pc:cxnChg chg="add del mod">
          <ac:chgData name="Maurice Haghighi Pajouh" userId="092cc9d1-7598-4713-831a-52d09f4d3d52" providerId="ADAL" clId="{19C410B3-F811-5142-B48E-5C1EA0087195}" dt="2026-02-18T10:37:14.182" v="7453" actId="478"/>
          <ac:cxnSpMkLst>
            <pc:docMk/>
            <pc:sldMk cId="3303504179" sldId="279"/>
            <ac:cxnSpMk id="47" creationId="{239F42FC-9E94-74C6-F6E3-BCF3401EE4D3}"/>
          </ac:cxnSpMkLst>
        </pc:cxnChg>
        <pc:cxnChg chg="add del mod">
          <ac:chgData name="Maurice Haghighi Pajouh" userId="092cc9d1-7598-4713-831a-52d09f4d3d52" providerId="ADAL" clId="{19C410B3-F811-5142-B48E-5C1EA0087195}" dt="2026-02-18T10:37:14.910" v="7454" actId="478"/>
          <ac:cxnSpMkLst>
            <pc:docMk/>
            <pc:sldMk cId="3303504179" sldId="279"/>
            <ac:cxnSpMk id="49" creationId="{D9B71454-2DAD-7633-208A-76EC78E4BE58}"/>
          </ac:cxnSpMkLst>
        </pc:cxnChg>
        <pc:cxnChg chg="add mod">
          <ac:chgData name="Maurice Haghighi Pajouh" userId="092cc9d1-7598-4713-831a-52d09f4d3d52" providerId="ADAL" clId="{19C410B3-F811-5142-B48E-5C1EA0087195}" dt="2026-02-18T10:40:01.680" v="7510" actId="1076"/>
          <ac:cxnSpMkLst>
            <pc:docMk/>
            <pc:sldMk cId="3303504179" sldId="279"/>
            <ac:cxnSpMk id="58" creationId="{B7356DB5-F02B-9E97-B30B-95CB74E4B6BF}"/>
          </ac:cxnSpMkLst>
        </pc:cxnChg>
        <pc:cxnChg chg="add mod">
          <ac:chgData name="Maurice Haghighi Pajouh" userId="092cc9d1-7598-4713-831a-52d09f4d3d52" providerId="ADAL" clId="{19C410B3-F811-5142-B48E-5C1EA0087195}" dt="2026-02-18T10:40:05.058" v="7512" actId="1076"/>
          <ac:cxnSpMkLst>
            <pc:docMk/>
            <pc:sldMk cId="3303504179" sldId="279"/>
            <ac:cxnSpMk id="69" creationId="{9CCA1E00-A9BD-193C-F8A7-71487EE2361C}"/>
          </ac:cxnSpMkLst>
        </pc:cxnChg>
        <pc:cxnChg chg="add mod">
          <ac:chgData name="Maurice Haghighi Pajouh" userId="092cc9d1-7598-4713-831a-52d09f4d3d52" providerId="ADAL" clId="{19C410B3-F811-5142-B48E-5C1EA0087195}" dt="2026-02-18T10:40:36.223" v="7526" actId="14100"/>
          <ac:cxnSpMkLst>
            <pc:docMk/>
            <pc:sldMk cId="3303504179" sldId="279"/>
            <ac:cxnSpMk id="99" creationId="{B8940178-48FC-2BB6-16ED-D54FBB03E0E8}"/>
          </ac:cxnSpMkLst>
        </pc:cxnChg>
      </pc:sldChg>
      <pc:sldChg chg="modSp add del mod ord">
        <pc:chgData name="Maurice Haghighi Pajouh" userId="092cc9d1-7598-4713-831a-52d09f4d3d52" providerId="ADAL" clId="{19C410B3-F811-5142-B48E-5C1EA0087195}" dt="2026-02-18T10:29:27.410" v="7078" actId="2696"/>
        <pc:sldMkLst>
          <pc:docMk/>
          <pc:sldMk cId="4214948447" sldId="279"/>
        </pc:sldMkLst>
        <pc:spChg chg="mod">
          <ac:chgData name="Maurice Haghighi Pajouh" userId="092cc9d1-7598-4713-831a-52d09f4d3d52" providerId="ADAL" clId="{19C410B3-F811-5142-B48E-5C1EA0087195}" dt="2026-02-18T10:29:22.676" v="7077" actId="20577"/>
          <ac:spMkLst>
            <pc:docMk/>
            <pc:sldMk cId="4214948447" sldId="279"/>
            <ac:spMk id="2" creationId="{6BF0246F-9097-1540-F2DC-E167760A0723}"/>
          </ac:spMkLst>
        </pc:spChg>
      </pc:sldChg>
      <pc:sldChg chg="addSp delSp modSp add mod">
        <pc:chgData name="Maurice Haghighi Pajouh" userId="092cc9d1-7598-4713-831a-52d09f4d3d52" providerId="ADAL" clId="{19C410B3-F811-5142-B48E-5C1EA0087195}" dt="2026-02-18T10:50:13.805" v="8129" actId="20577"/>
        <pc:sldMkLst>
          <pc:docMk/>
          <pc:sldMk cId="1011956231" sldId="280"/>
        </pc:sldMkLst>
        <pc:spChg chg="mod">
          <ac:chgData name="Maurice Haghighi Pajouh" userId="092cc9d1-7598-4713-831a-52d09f4d3d52" providerId="ADAL" clId="{19C410B3-F811-5142-B48E-5C1EA0087195}" dt="2026-02-18T10:42:13.094" v="7588" actId="20577"/>
          <ac:spMkLst>
            <pc:docMk/>
            <pc:sldMk cId="1011956231" sldId="280"/>
            <ac:spMk id="2" creationId="{525C3D47-BC79-4485-1216-EE380EC1807D}"/>
          </ac:spMkLst>
        </pc:spChg>
        <pc:spChg chg="del">
          <ac:chgData name="Maurice Haghighi Pajouh" userId="092cc9d1-7598-4713-831a-52d09f4d3d52" providerId="ADAL" clId="{19C410B3-F811-5142-B48E-5C1EA0087195}" dt="2026-02-18T10:42:15.317" v="7589" actId="478"/>
          <ac:spMkLst>
            <pc:docMk/>
            <pc:sldMk cId="1011956231" sldId="280"/>
            <ac:spMk id="3" creationId="{888DBB62-4822-C742-905F-974C0CE41026}"/>
          </ac:spMkLst>
        </pc:spChg>
        <pc:spChg chg="add mod">
          <ac:chgData name="Maurice Haghighi Pajouh" userId="092cc9d1-7598-4713-831a-52d09f4d3d52" providerId="ADAL" clId="{19C410B3-F811-5142-B48E-5C1EA0087195}" dt="2026-02-18T10:46:12.781" v="8017" actId="1076"/>
          <ac:spMkLst>
            <pc:docMk/>
            <pc:sldMk cId="1011956231" sldId="280"/>
            <ac:spMk id="6" creationId="{E17FF3ED-0472-F4FA-18AA-293BE7075072}"/>
          </ac:spMkLst>
        </pc:spChg>
        <pc:graphicFrameChg chg="add del mod">
          <ac:chgData name="Maurice Haghighi Pajouh" userId="092cc9d1-7598-4713-831a-52d09f4d3d52" providerId="ADAL" clId="{19C410B3-F811-5142-B48E-5C1EA0087195}" dt="2026-02-18T10:42:23.314" v="7592" actId="478"/>
          <ac:graphicFrameMkLst>
            <pc:docMk/>
            <pc:sldMk cId="1011956231" sldId="280"/>
            <ac:graphicFrameMk id="4" creationId="{DC90C8C4-3935-7AC5-4CF3-DFC9DE7D717C}"/>
          </ac:graphicFrameMkLst>
        </pc:graphicFrameChg>
        <pc:graphicFrameChg chg="add mod modGraphic">
          <ac:chgData name="Maurice Haghighi Pajouh" userId="092cc9d1-7598-4713-831a-52d09f4d3d52" providerId="ADAL" clId="{19C410B3-F811-5142-B48E-5C1EA0087195}" dt="2026-02-18T10:50:13.805" v="8129" actId="20577"/>
          <ac:graphicFrameMkLst>
            <pc:docMk/>
            <pc:sldMk cId="1011956231" sldId="280"/>
            <ac:graphicFrameMk id="5" creationId="{F55785BB-BA7F-2655-E27F-F65FACAFD8C1}"/>
          </ac:graphicFrameMkLst>
        </pc:graphicFrameChg>
      </pc:sldChg>
      <pc:sldChg chg="addSp delSp modSp add mod">
        <pc:chgData name="Maurice Haghighi Pajouh" userId="092cc9d1-7598-4713-831a-52d09f4d3d52" providerId="ADAL" clId="{19C410B3-F811-5142-B48E-5C1EA0087195}" dt="2026-02-18T10:52:14.654" v="8317" actId="1076"/>
        <pc:sldMkLst>
          <pc:docMk/>
          <pc:sldMk cId="1966853442" sldId="281"/>
        </pc:sldMkLst>
        <pc:spChg chg="mod">
          <ac:chgData name="Maurice Haghighi Pajouh" userId="092cc9d1-7598-4713-831a-52d09f4d3d52" providerId="ADAL" clId="{19C410B3-F811-5142-B48E-5C1EA0087195}" dt="2026-02-18T10:48:12.960" v="8062" actId="20577"/>
          <ac:spMkLst>
            <pc:docMk/>
            <pc:sldMk cId="1966853442" sldId="281"/>
            <ac:spMk id="2" creationId="{87465C41-1DAB-C612-F2BF-E36D95779F54}"/>
          </ac:spMkLst>
        </pc:spChg>
        <pc:spChg chg="del">
          <ac:chgData name="Maurice Haghighi Pajouh" userId="092cc9d1-7598-4713-831a-52d09f4d3d52" providerId="ADAL" clId="{19C410B3-F811-5142-B48E-5C1EA0087195}" dt="2026-02-18T10:50:18.963" v="8130" actId="478"/>
          <ac:spMkLst>
            <pc:docMk/>
            <pc:sldMk cId="1966853442" sldId="281"/>
            <ac:spMk id="6" creationId="{1141D55D-5227-74AE-1DFD-44DD1FE05517}"/>
          </ac:spMkLst>
        </pc:spChg>
        <pc:graphicFrameChg chg="add mod modGraphic">
          <ac:chgData name="Maurice Haghighi Pajouh" userId="092cc9d1-7598-4713-831a-52d09f4d3d52" providerId="ADAL" clId="{19C410B3-F811-5142-B48E-5C1EA0087195}" dt="2026-02-18T10:52:14.654" v="8317" actId="1076"/>
          <ac:graphicFrameMkLst>
            <pc:docMk/>
            <pc:sldMk cId="1966853442" sldId="281"/>
            <ac:graphicFrameMk id="3" creationId="{603188C0-4ACE-9D60-51A3-F178B592DD1B}"/>
          </ac:graphicFrameMkLst>
        </pc:graphicFrameChg>
        <pc:graphicFrameChg chg="del modGraphic">
          <ac:chgData name="Maurice Haghighi Pajouh" userId="092cc9d1-7598-4713-831a-52d09f4d3d52" providerId="ADAL" clId="{19C410B3-F811-5142-B48E-5C1EA0087195}" dt="2026-02-18T10:48:27.093" v="8066" actId="478"/>
          <ac:graphicFrameMkLst>
            <pc:docMk/>
            <pc:sldMk cId="1966853442" sldId="281"/>
            <ac:graphicFrameMk id="5" creationId="{7C619382-09CB-81D1-2E7A-BB9D3128715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1FCD6-73C1-DA41-BD14-3C462B9AF2AD}" type="datetimeFigureOut">
              <a:rPr lang="en-DE" smtClean="0"/>
              <a:t>2/18/26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E5C12-C884-DC48-AFE8-DA0EA67F23E0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2599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E5C12-C884-DC48-AFE8-DA0EA67F23E0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8570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EE19-499F-13AD-35C4-83489AAA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81B9E19-E0E5-6BC2-E203-0D45A1A37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05059C4-2EA9-955A-5EA2-3C850F7A0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BEA99C-0B4E-15D9-4BFF-DD7A6D7F3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E5C12-C884-DC48-AFE8-DA0EA67F23E0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6980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5E590-3332-A407-D3EE-620813FF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DC109E-3B3D-5000-BE72-8D5BCAE7BA51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TLS MARKETING WEEK 2.0 RECAP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57229-11CD-1B74-B485-01E10493E76E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379F45-D7E9-EBE0-EAE6-0EB8FB4460C4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14629E-DE0B-6088-0ABB-D979D9E2E5AF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D3D3283-2486-D101-CE82-6D179A40B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50" y="1551939"/>
            <a:ext cx="3001814" cy="375412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184B3B7-C1D7-98D3-D2CE-CF41F3FFE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790" y="1090081"/>
            <a:ext cx="3740419" cy="467783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C462750-92C0-EFC2-95E0-086D32AA5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736" y="1551938"/>
            <a:ext cx="3001814" cy="375412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71F6DF5-A838-E82D-411F-44F9A85D7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614" y="4605867"/>
            <a:ext cx="1800817" cy="2252133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121CA92-8432-2A12-F077-B70E47CD7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568" y="4532048"/>
            <a:ext cx="1800817" cy="225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92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23483-64B3-11F0-CC07-5F454EED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3AC1B0-15E8-68D3-3CD0-C1685547A015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RECAP – Was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ist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der Plan? Wie war das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nochmal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...?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4AC9ED-4EA8-FFD1-DF79-53FE1389F1BF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034798-6FB4-6724-1905-602E4ECD3E99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25818A-72CA-CB64-C1D0-3C75DC627855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F1FF604-1AE1-29A6-8C5B-0C41D5C6D037}"/>
              </a:ext>
            </a:extLst>
          </p:cNvPr>
          <p:cNvSpPr txBox="1"/>
          <p:nvPr/>
        </p:nvSpPr>
        <p:spPr>
          <a:xfrm>
            <a:off x="495396" y="1522843"/>
            <a:ext cx="117963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Jeden Tag gibt es ein informatives Video um 12 Uhr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Mit Aaron, Inga und Maurice</a:t>
            </a:r>
          </a:p>
          <a:p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Jeden Tag gibt es eine Challenge um 13 Uhr 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Hierbei gibt es Blue Points zu gewinnen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Die Challenges beziehen sich aufs Video</a:t>
            </a:r>
            <a:endParaRPr lang="de-DE" sz="2800" dirty="0">
              <a:solidFill>
                <a:srgbClr val="FF0000"/>
              </a:solidFill>
              <a:latin typeface="IBM Plex Sans" panose="020B0503050203000203" pitchFamily="34" charset="0"/>
            </a:endParaRPr>
          </a:p>
          <a:p>
            <a:endParaRPr lang="de-DE" sz="2800" dirty="0">
              <a:solidFill>
                <a:srgbClr val="FF0000"/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Das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angeplante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 Quiz fällt weg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Es gibt einen Slack-Channel in dem es unter anderem die Videos gibt</a:t>
            </a:r>
          </a:p>
        </p:txBody>
      </p:sp>
    </p:spTree>
    <p:extLst>
      <p:ext uri="{BB962C8B-B14F-4D97-AF65-F5344CB8AC3E}">
        <p14:creationId xmlns:p14="http://schemas.microsoft.com/office/powerpoint/2010/main" val="372002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F4553-F697-D739-7F47-5159ABC9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9AA47E-D62E-6928-D426-F0DB1F2B6216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RECAP – Was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ist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der Plan? Wie war das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nochmal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...?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76DF99-D5C3-D760-55EA-9B3BBA6F8F22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7E3B41-16D1-9FD0-3A4E-DAE0FC315B4A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FBDF04-285C-38F9-F1DB-AD5BC2477C54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6DB2F31-9C0D-EB8C-4683-ACDCD8CB4F35}"/>
              </a:ext>
            </a:extLst>
          </p:cNvPr>
          <p:cNvSpPr txBox="1"/>
          <p:nvPr/>
        </p:nvSpPr>
        <p:spPr>
          <a:xfrm>
            <a:off x="495396" y="1522843"/>
            <a:ext cx="1179636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In dem Slack Channel werden wir zusätzlich Hype erzeugen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Sticker und Poster sollen überall verbreitet und aufgehangen bzw. angeklebt werden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  <a:sym typeface="Wingdings" pitchFamily="2" charset="2"/>
              </a:rPr>
              <a:t>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  <a:sym typeface="Wingdings" pitchFamily="2" charset="2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  <a:sym typeface="Wingdings" pitchFamily="2" charset="2"/>
              </a:rPr>
              <a:t>• Wir als Student Hub werden alle gemeinsam für zusätzlichen Hype sorgen, indem wir mit gutem Beispiel viel Content posten werden 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282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FF8DF-C380-2E12-577D-D8AFB20DC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C58F3D-4D6D-87AB-A06E-49621FED103F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RECAP –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Warum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nochmal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?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Bzw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. Wie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genau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9D154B-18CB-9C5B-F7E4-0566EBE238AF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3AEE9A-A844-7C5E-9309-4D8A15E8F40C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EEA218-0E11-E4AD-2216-014AE238E514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B02C121-46BE-EB7E-AEF0-C1FDCE18DAB5}"/>
              </a:ext>
            </a:extLst>
          </p:cNvPr>
          <p:cNvSpPr txBox="1"/>
          <p:nvPr/>
        </p:nvSpPr>
        <p:spPr>
          <a:xfrm>
            <a:off x="495396" y="1522843"/>
            <a:ext cx="1179636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Die 7 Tage handeln von einem jeweiligen Markt ( 1 / 7)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Das Video beinhaltet Tipps &amp; Tricks aus dem Markt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Ziel ist es, alle TLS Mitarbeiter zu verbinden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Mehr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connections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, mehr Miteinander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-&gt; MOTTO: ONE BRAND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Sichtbarkeit außerhalb von TLS wird gegeben sein, ist allerdings eher ein Sekundär- statt Primärziel</a:t>
            </a:r>
          </a:p>
        </p:txBody>
      </p:sp>
    </p:spTree>
    <p:extLst>
      <p:ext uri="{BB962C8B-B14F-4D97-AF65-F5344CB8AC3E}">
        <p14:creationId xmlns:p14="http://schemas.microsoft.com/office/powerpoint/2010/main" val="1951902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9A25-85CC-3B50-9AB3-54C9A70D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3CD983-24DB-5103-84D5-05E79FD35A14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RECAP – Was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ist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das Ziel? -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Zusammenfassung</a:t>
            </a:r>
            <a:endParaRPr lang="en-GB" sz="3200" dirty="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F7765F-3762-186D-0461-C60EAAC8CAFA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6D3DD-B401-3432-E313-00DC215BDC60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C3C0AB-A488-5947-C773-02891AD325A8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29722CA-E5D8-5A59-765D-ED4D8D4E48FD}"/>
              </a:ext>
            </a:extLst>
          </p:cNvPr>
          <p:cNvSpPr txBox="1"/>
          <p:nvPr/>
        </p:nvSpPr>
        <p:spPr>
          <a:xfrm>
            <a:off x="495396" y="1522843"/>
            <a:ext cx="1179636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TLS untereinander besser vernetzen 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Teamgeist stärken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Das Gefühl von Gemeinsamkeit stärken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Mehr Sichtbarkeit für TLS innerhalb von IBM erzeugen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081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53E0F-9F17-A610-1D06-93E056F35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83FBFD-2046-60CA-F056-E81C616D39DD}"/>
              </a:ext>
            </a:extLst>
          </p:cNvPr>
          <p:cNvSpPr/>
          <p:nvPr/>
        </p:nvSpPr>
        <p:spPr>
          <a:xfrm>
            <a:off x="0" y="833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RECAP –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Zielgruppe</a:t>
            </a:r>
            <a:endParaRPr lang="en-GB" sz="3200" dirty="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71A9B-0555-2EE3-030C-77240AF278AF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F9FA4E-AE64-01A4-E109-C03565826CB0}"/>
              </a:ext>
            </a:extLst>
          </p:cNvPr>
          <p:cNvSpPr/>
          <p:nvPr/>
        </p:nvSpPr>
        <p:spPr>
          <a:xfrm>
            <a:off x="1212077" y="786971"/>
            <a:ext cx="9917206" cy="33483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6669CE-E644-7D34-A166-2C3EE9F75BD1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pic>
        <p:nvPicPr>
          <p:cNvPr id="5" name="Grafik 4" descr="Mann mit einfarbiger Füllung">
            <a:extLst>
              <a:ext uri="{FF2B5EF4-FFF2-40B4-BE49-F238E27FC236}">
                <a16:creationId xmlns:a16="http://schemas.microsoft.com/office/drawing/2014/main" id="{C17CA5A2-2F13-250B-CB03-81EBC74DA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3697" y="1438835"/>
            <a:ext cx="1804300" cy="1804300"/>
          </a:xfrm>
          <a:prstGeom prst="rect">
            <a:avLst/>
          </a:prstGeom>
        </p:spPr>
      </p:pic>
      <p:pic>
        <p:nvPicPr>
          <p:cNvPr id="7" name="Grafik 6" descr="Mann mit einfarbiger Füllung">
            <a:extLst>
              <a:ext uri="{FF2B5EF4-FFF2-40B4-BE49-F238E27FC236}">
                <a16:creationId xmlns:a16="http://schemas.microsoft.com/office/drawing/2014/main" id="{6728C06C-C531-CDB2-A6D2-AE9ACACE3E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09047" y="4987507"/>
            <a:ext cx="991113" cy="991113"/>
          </a:xfrm>
          <a:prstGeom prst="rect">
            <a:avLst/>
          </a:prstGeom>
        </p:spPr>
      </p:pic>
      <p:pic>
        <p:nvPicPr>
          <p:cNvPr id="9" name="Grafik 8" descr="Mann mit einfarbiger Füllung">
            <a:extLst>
              <a:ext uri="{FF2B5EF4-FFF2-40B4-BE49-F238E27FC236}">
                <a16:creationId xmlns:a16="http://schemas.microsoft.com/office/drawing/2014/main" id="{A96AF065-FACF-430F-918C-E8D0E5BE30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64285" y="5043563"/>
            <a:ext cx="991113" cy="991113"/>
          </a:xfrm>
          <a:prstGeom prst="rect">
            <a:avLst/>
          </a:prstGeom>
        </p:spPr>
      </p:pic>
      <p:pic>
        <p:nvPicPr>
          <p:cNvPr id="10" name="Grafik 9" descr="Mann mit einfarbiger Füllung">
            <a:extLst>
              <a:ext uri="{FF2B5EF4-FFF2-40B4-BE49-F238E27FC236}">
                <a16:creationId xmlns:a16="http://schemas.microsoft.com/office/drawing/2014/main" id="{086FB9D2-C0C8-B7E2-1A33-6AEDDA2F2A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9397" y="1438835"/>
            <a:ext cx="1804300" cy="1804300"/>
          </a:xfrm>
          <a:prstGeom prst="rect">
            <a:avLst/>
          </a:prstGeom>
        </p:spPr>
      </p:pic>
      <p:pic>
        <p:nvPicPr>
          <p:cNvPr id="11" name="Grafik 10" descr="Mann mit einfarbiger Füllung">
            <a:extLst>
              <a:ext uri="{FF2B5EF4-FFF2-40B4-BE49-F238E27FC236}">
                <a16:creationId xmlns:a16="http://schemas.microsoft.com/office/drawing/2014/main" id="{88D97444-3810-5001-2D81-10CCC64C18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7997" y="1438835"/>
            <a:ext cx="1804300" cy="1804300"/>
          </a:xfrm>
          <a:prstGeom prst="rect">
            <a:avLst/>
          </a:prstGeom>
        </p:spPr>
      </p:pic>
      <p:pic>
        <p:nvPicPr>
          <p:cNvPr id="13" name="Grafik 12" descr="Mann mit einfarbiger Füllung">
            <a:extLst>
              <a:ext uri="{FF2B5EF4-FFF2-40B4-BE49-F238E27FC236}">
                <a16:creationId xmlns:a16="http://schemas.microsoft.com/office/drawing/2014/main" id="{354FC9A7-C7BF-15C9-B887-C1B269B29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9296" y="1438835"/>
            <a:ext cx="1804300" cy="1804300"/>
          </a:xfrm>
          <a:prstGeom prst="rect">
            <a:avLst/>
          </a:prstGeom>
        </p:spPr>
      </p:pic>
      <p:pic>
        <p:nvPicPr>
          <p:cNvPr id="15" name="Grafik 14" descr="Mann mit einfarbiger Füllung">
            <a:extLst>
              <a:ext uri="{FF2B5EF4-FFF2-40B4-BE49-F238E27FC236}">
                <a16:creationId xmlns:a16="http://schemas.microsoft.com/office/drawing/2014/main" id="{9911C1E5-B201-0759-5BED-8754D5269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4575" y="1438835"/>
            <a:ext cx="1804300" cy="1804300"/>
          </a:xfrm>
          <a:prstGeom prst="rect">
            <a:avLst/>
          </a:prstGeom>
        </p:spPr>
      </p:pic>
      <p:pic>
        <p:nvPicPr>
          <p:cNvPr id="16" name="Grafik 15" descr="Mann mit einfarbiger Füllung">
            <a:extLst>
              <a:ext uri="{FF2B5EF4-FFF2-40B4-BE49-F238E27FC236}">
                <a16:creationId xmlns:a16="http://schemas.microsoft.com/office/drawing/2014/main" id="{6E90229C-3764-7E31-6A43-5421476856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1168" y="4992774"/>
            <a:ext cx="991113" cy="991113"/>
          </a:xfrm>
          <a:prstGeom prst="rect">
            <a:avLst/>
          </a:prstGeom>
        </p:spPr>
      </p:pic>
      <p:pic>
        <p:nvPicPr>
          <p:cNvPr id="19" name="Grafik 18" descr="Mann mit einfarbiger Füllung">
            <a:extLst>
              <a:ext uri="{FF2B5EF4-FFF2-40B4-BE49-F238E27FC236}">
                <a16:creationId xmlns:a16="http://schemas.microsoft.com/office/drawing/2014/main" id="{25D19E8C-988A-F1C9-D8FE-1D20373088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2246" y="5048831"/>
            <a:ext cx="991113" cy="991113"/>
          </a:xfrm>
          <a:prstGeom prst="rect">
            <a:avLst/>
          </a:prstGeom>
        </p:spPr>
      </p:pic>
      <p:pic>
        <p:nvPicPr>
          <p:cNvPr id="20" name="Grafik 19" descr="Mann mit einfarbiger Füllung">
            <a:extLst>
              <a:ext uri="{FF2B5EF4-FFF2-40B4-BE49-F238E27FC236}">
                <a16:creationId xmlns:a16="http://schemas.microsoft.com/office/drawing/2014/main" id="{C56077C9-74BC-6496-D4AF-C9C40ED7ED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11446" y="5042073"/>
            <a:ext cx="991113" cy="991113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20FFFF4E-91C9-E45A-667C-9E67BD613573}"/>
              </a:ext>
            </a:extLst>
          </p:cNvPr>
          <p:cNvSpPr txBox="1"/>
          <p:nvPr/>
        </p:nvSpPr>
        <p:spPr>
          <a:xfrm>
            <a:off x="4921780" y="953933"/>
            <a:ext cx="249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IBM Plex Sans" panose="020B0503050203000203" pitchFamily="34" charset="0"/>
              </a:rPr>
              <a:t>IBM TLS als </a:t>
            </a:r>
            <a:r>
              <a:rPr lang="de-DE" dirty="0" err="1">
                <a:latin typeface="IBM Plex Sans" panose="020B0503050203000203" pitchFamily="34" charset="0"/>
              </a:rPr>
              <a:t>key</a:t>
            </a:r>
            <a:r>
              <a:rPr lang="de-DE" dirty="0">
                <a:latin typeface="IBM Plex Sans" panose="020B0503050203000203" pitchFamily="34" charset="0"/>
              </a:rPr>
              <a:t> </a:t>
            </a:r>
            <a:r>
              <a:rPr lang="de-DE" dirty="0" err="1">
                <a:latin typeface="IBM Plex Sans" panose="020B0503050203000203" pitchFamily="34" charset="0"/>
              </a:rPr>
              <a:t>target</a:t>
            </a:r>
            <a:endParaRPr lang="de-DE" dirty="0">
              <a:latin typeface="IBM Plex Sans" panose="020B0503050203000203" pitchFamily="34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4A1E29C-0750-05CB-9704-5626F33E2448}"/>
              </a:ext>
            </a:extLst>
          </p:cNvPr>
          <p:cNvSpPr txBox="1"/>
          <p:nvPr/>
        </p:nvSpPr>
        <p:spPr>
          <a:xfrm>
            <a:off x="7642958" y="6429784"/>
            <a:ext cx="3682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IBM Plex Sans" panose="020B0503050203000203" pitchFamily="34" charset="0"/>
              </a:rPr>
              <a:t>Andere Brands innerhalb von IBM</a:t>
            </a:r>
          </a:p>
        </p:txBody>
      </p:sp>
      <p:cxnSp>
        <p:nvCxnSpPr>
          <p:cNvPr id="25" name="Gekrümmte Verbindung 24">
            <a:extLst>
              <a:ext uri="{FF2B5EF4-FFF2-40B4-BE49-F238E27FC236}">
                <a16:creationId xmlns:a16="http://schemas.microsoft.com/office/drawing/2014/main" id="{DAE66E24-77D1-C8FE-4110-33702F4D350B}"/>
              </a:ext>
            </a:extLst>
          </p:cNvPr>
          <p:cNvCxnSpPr>
            <a:cxnSpLocks/>
          </p:cNvCxnSpPr>
          <p:nvPr/>
        </p:nvCxnSpPr>
        <p:spPr>
          <a:xfrm rot="5400000">
            <a:off x="2189762" y="4020767"/>
            <a:ext cx="929135" cy="641210"/>
          </a:xfrm>
          <a:prstGeom prst="curvedConnector3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krümmte Verbindung 29">
            <a:extLst>
              <a:ext uri="{FF2B5EF4-FFF2-40B4-BE49-F238E27FC236}">
                <a16:creationId xmlns:a16="http://schemas.microsoft.com/office/drawing/2014/main" id="{90865EC9-40F9-5071-F089-3C216674D6CC}"/>
              </a:ext>
            </a:extLst>
          </p:cNvPr>
          <p:cNvCxnSpPr>
            <a:cxnSpLocks/>
            <a:endCxn id="34" idx="0"/>
          </p:cNvCxnSpPr>
          <p:nvPr/>
        </p:nvCxnSpPr>
        <p:spPr>
          <a:xfrm rot="16200000" flipH="1">
            <a:off x="8756036" y="4202135"/>
            <a:ext cx="929138" cy="27847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2F5FD11C-5691-DE06-8FEA-585D24BC235B}"/>
              </a:ext>
            </a:extLst>
          </p:cNvPr>
          <p:cNvSpPr/>
          <p:nvPr/>
        </p:nvSpPr>
        <p:spPr>
          <a:xfrm>
            <a:off x="7936731" y="4805941"/>
            <a:ext cx="2846222" cy="15663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693FBAD-1448-CF2D-AA6C-274FF0E48F65}"/>
              </a:ext>
            </a:extLst>
          </p:cNvPr>
          <p:cNvSpPr/>
          <p:nvPr/>
        </p:nvSpPr>
        <p:spPr>
          <a:xfrm>
            <a:off x="1205629" y="4908175"/>
            <a:ext cx="2256191" cy="130897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561372A-8306-B52F-5CC1-9D2CB1EE0446}"/>
              </a:ext>
            </a:extLst>
          </p:cNvPr>
          <p:cNvSpPr txBox="1"/>
          <p:nvPr/>
        </p:nvSpPr>
        <p:spPr>
          <a:xfrm>
            <a:off x="1122495" y="6296478"/>
            <a:ext cx="2422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IBM Plex Sans" panose="020B0503050203000203" pitchFamily="34" charset="0"/>
              </a:rPr>
              <a:t>Andere Unternehmen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1919E953-BB54-6A6C-D7B3-6385571E87BB}"/>
              </a:ext>
            </a:extLst>
          </p:cNvPr>
          <p:cNvSpPr txBox="1"/>
          <p:nvPr/>
        </p:nvSpPr>
        <p:spPr>
          <a:xfrm>
            <a:off x="2874824" y="4135289"/>
            <a:ext cx="2594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IBM Plex Sans" panose="020B0503050203000203" pitchFamily="34" charset="0"/>
              </a:rPr>
              <a:t>Werden mit sehr geringer Wahrscheinlichkeit über</a:t>
            </a:r>
            <a:br>
              <a:rPr lang="de-DE" sz="1200" dirty="0">
                <a:latin typeface="IBM Plex Sans" panose="020B0503050203000203" pitchFamily="34" charset="0"/>
              </a:rPr>
            </a:br>
            <a:r>
              <a:rPr lang="de-DE" sz="1200" dirty="0">
                <a:latin typeface="IBM Plex Sans" panose="020B0503050203000203" pitchFamily="34" charset="0"/>
              </a:rPr>
              <a:t>LinkedIn von der TLSMW2 mitbekommen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C9EF39C4-DB7D-CCF4-0676-2B0480861237}"/>
              </a:ext>
            </a:extLst>
          </p:cNvPr>
          <p:cNvSpPr txBox="1"/>
          <p:nvPr/>
        </p:nvSpPr>
        <p:spPr>
          <a:xfrm>
            <a:off x="7138985" y="4087761"/>
            <a:ext cx="2594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IBM Plex Sans" panose="020B0503050203000203" pitchFamily="34" charset="0"/>
              </a:rPr>
              <a:t>Werden mit hoher Wahrscheinlichkeit von </a:t>
            </a:r>
            <a:br>
              <a:rPr lang="de-DE" sz="1200" dirty="0">
                <a:latin typeface="IBM Plex Sans" panose="020B0503050203000203" pitchFamily="34" charset="0"/>
              </a:rPr>
            </a:br>
            <a:r>
              <a:rPr lang="de-DE" sz="1200" dirty="0">
                <a:latin typeface="IBM Plex Sans" panose="020B0503050203000203" pitchFamily="34" charset="0"/>
              </a:rPr>
              <a:t>der TLSMW2 mitbekommen</a:t>
            </a:r>
          </a:p>
        </p:txBody>
      </p:sp>
    </p:spTree>
    <p:extLst>
      <p:ext uri="{BB962C8B-B14F-4D97-AF65-F5344CB8AC3E}">
        <p14:creationId xmlns:p14="http://schemas.microsoft.com/office/powerpoint/2010/main" val="1880011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E4595-61B0-CEA2-AE95-C52192E43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C41C48-7E15-8700-2B3E-95F32B7541FA}"/>
              </a:ext>
            </a:extLst>
          </p:cNvPr>
          <p:cNvSpPr/>
          <p:nvPr/>
        </p:nvSpPr>
        <p:spPr>
          <a:xfrm>
            <a:off x="0" y="833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RECAP –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Rollenverteilung</a:t>
            </a:r>
            <a:endParaRPr lang="en-GB" sz="3200" dirty="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B15DE1-D7F0-89E6-82D0-2278AF6840DC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pic>
        <p:nvPicPr>
          <p:cNvPr id="4" name="Grafik 3" descr="Ein Bild, das Kleidung, Person, Menschliches Gesicht, Mann enthält.&#10;&#10;KI-generierte Inhalte können fehlerhaft sein.">
            <a:extLst>
              <a:ext uri="{FF2B5EF4-FFF2-40B4-BE49-F238E27FC236}">
                <a16:creationId xmlns:a16="http://schemas.microsoft.com/office/drawing/2014/main" id="{0020DC9E-7959-E89E-AED5-F3F87515D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865" y="1437942"/>
            <a:ext cx="719851" cy="726110"/>
          </a:xfrm>
          <a:prstGeom prst="rect">
            <a:avLst/>
          </a:prstGeom>
        </p:spPr>
      </p:pic>
      <p:pic>
        <p:nvPicPr>
          <p:cNvPr id="14" name="Grafik 13" descr="Ein Bild, das Menschliches Gesicht, Person, Bart, Gesichtsbehaarung enthält.&#10;&#10;KI-generierte Inhalte können fehlerhaft sein.">
            <a:extLst>
              <a:ext uri="{FF2B5EF4-FFF2-40B4-BE49-F238E27FC236}">
                <a16:creationId xmlns:a16="http://schemas.microsoft.com/office/drawing/2014/main" id="{0A4F0AD8-7646-C506-1603-C48348917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285" y="1437941"/>
            <a:ext cx="732421" cy="726107"/>
          </a:xfrm>
          <a:prstGeom prst="rect">
            <a:avLst/>
          </a:prstGeom>
        </p:spPr>
      </p:pic>
      <p:pic>
        <p:nvPicPr>
          <p:cNvPr id="18" name="Grafik 17" descr="Ein Bild, das Person, Menschliches Gesicht, Lippe, Augenbraue enthält.&#10;&#10;KI-generierte Inhalte können fehlerhaft sein.">
            <a:extLst>
              <a:ext uri="{FF2B5EF4-FFF2-40B4-BE49-F238E27FC236}">
                <a16:creationId xmlns:a16="http://schemas.microsoft.com/office/drawing/2014/main" id="{DA011A7F-4AF7-776B-7629-679FF4D12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229" y="2447329"/>
            <a:ext cx="701542" cy="707696"/>
          </a:xfrm>
          <a:prstGeom prst="rect">
            <a:avLst/>
          </a:prstGeom>
        </p:spPr>
      </p:pic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FC655FA7-469E-D524-D3FE-166C3B17DCAF}"/>
              </a:ext>
            </a:extLst>
          </p:cNvPr>
          <p:cNvCxnSpPr>
            <a:cxnSpLocks/>
          </p:cNvCxnSpPr>
          <p:nvPr/>
        </p:nvCxnSpPr>
        <p:spPr>
          <a:xfrm>
            <a:off x="1139954" y="2354891"/>
            <a:ext cx="10507249" cy="0"/>
          </a:xfrm>
          <a:prstGeom prst="line">
            <a:avLst/>
          </a:prstGeom>
          <a:ln>
            <a:solidFill>
              <a:schemeClr val="tx1">
                <a:alpha val="2773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B451E301-6893-A99F-B1D7-49F25712A8C6}"/>
              </a:ext>
            </a:extLst>
          </p:cNvPr>
          <p:cNvSpPr txBox="1"/>
          <p:nvPr/>
        </p:nvSpPr>
        <p:spPr>
          <a:xfrm>
            <a:off x="432798" y="1631081"/>
            <a:ext cx="1502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Projektleitung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6FEC49C-FDD4-4577-DF6F-39446E792D1D}"/>
              </a:ext>
            </a:extLst>
          </p:cNvPr>
          <p:cNvSpPr txBox="1"/>
          <p:nvPr/>
        </p:nvSpPr>
        <p:spPr>
          <a:xfrm>
            <a:off x="402940" y="2715077"/>
            <a:ext cx="104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Assistenz</a:t>
            </a:r>
          </a:p>
        </p:txBody>
      </p:sp>
      <p:pic>
        <p:nvPicPr>
          <p:cNvPr id="36" name="Grafik 35" descr="Mann mit einfarbiger Füllung">
            <a:extLst>
              <a:ext uri="{FF2B5EF4-FFF2-40B4-BE49-F238E27FC236}">
                <a16:creationId xmlns:a16="http://schemas.microsoft.com/office/drawing/2014/main" id="{B3516D03-FB6F-222B-AFA1-4395274DF3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6572" y="3662070"/>
            <a:ext cx="676244" cy="676244"/>
          </a:xfrm>
          <a:prstGeom prst="rect">
            <a:avLst/>
          </a:prstGeom>
        </p:spPr>
      </p:pic>
      <p:pic>
        <p:nvPicPr>
          <p:cNvPr id="37" name="Grafik 36" descr="Mann mit einfarbiger Füllung">
            <a:extLst>
              <a:ext uri="{FF2B5EF4-FFF2-40B4-BE49-F238E27FC236}">
                <a16:creationId xmlns:a16="http://schemas.microsoft.com/office/drawing/2014/main" id="{4BA1D5C4-2B5B-18DE-1F82-816408E2B0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3985" y="3662070"/>
            <a:ext cx="676244" cy="676244"/>
          </a:xfrm>
          <a:prstGeom prst="rect">
            <a:avLst/>
          </a:prstGeom>
        </p:spPr>
      </p:pic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3C46920E-8EBB-DC0E-020B-D015D2735CC4}"/>
              </a:ext>
            </a:extLst>
          </p:cNvPr>
          <p:cNvCxnSpPr>
            <a:cxnSpLocks/>
          </p:cNvCxnSpPr>
          <p:nvPr/>
        </p:nvCxnSpPr>
        <p:spPr>
          <a:xfrm>
            <a:off x="6104406" y="3428987"/>
            <a:ext cx="0" cy="318219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C15937E-54CD-077F-7989-64B1DA411038}"/>
              </a:ext>
            </a:extLst>
          </p:cNvPr>
          <p:cNvSpPr/>
          <p:nvPr/>
        </p:nvSpPr>
        <p:spPr>
          <a:xfrm>
            <a:off x="4746572" y="1121080"/>
            <a:ext cx="2698855" cy="230790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8" name="Gerade Verbindung 57">
            <a:extLst>
              <a:ext uri="{FF2B5EF4-FFF2-40B4-BE49-F238E27FC236}">
                <a16:creationId xmlns:a16="http://schemas.microsoft.com/office/drawing/2014/main" id="{B7356DB5-F02B-9E97-B30B-95CB74E4B6BF}"/>
              </a:ext>
            </a:extLst>
          </p:cNvPr>
          <p:cNvCxnSpPr>
            <a:cxnSpLocks/>
          </p:cNvCxnSpPr>
          <p:nvPr/>
        </p:nvCxnSpPr>
        <p:spPr>
          <a:xfrm>
            <a:off x="1139953" y="3301740"/>
            <a:ext cx="10507249" cy="0"/>
          </a:xfrm>
          <a:prstGeom prst="line">
            <a:avLst/>
          </a:prstGeom>
          <a:ln>
            <a:solidFill>
              <a:schemeClr val="tx1">
                <a:alpha val="2773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Grafik 58" descr="Mann mit einfarbiger Füllung">
            <a:extLst>
              <a:ext uri="{FF2B5EF4-FFF2-40B4-BE49-F238E27FC236}">
                <a16:creationId xmlns:a16="http://schemas.microsoft.com/office/drawing/2014/main" id="{2B053A53-604B-D23C-A51E-FB405E8E95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54963" y="3662070"/>
            <a:ext cx="676244" cy="676244"/>
          </a:xfrm>
          <a:prstGeom prst="rect">
            <a:avLst/>
          </a:prstGeom>
        </p:spPr>
      </p:pic>
      <p:pic>
        <p:nvPicPr>
          <p:cNvPr id="60" name="Grafik 59" descr="Mann mit einfarbiger Füllung">
            <a:extLst>
              <a:ext uri="{FF2B5EF4-FFF2-40B4-BE49-F238E27FC236}">
                <a16:creationId xmlns:a16="http://schemas.microsoft.com/office/drawing/2014/main" id="{4AE9B4B8-0497-2922-4B80-616E56B059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2376" y="3662070"/>
            <a:ext cx="676244" cy="676244"/>
          </a:xfrm>
          <a:prstGeom prst="rect">
            <a:avLst/>
          </a:prstGeom>
        </p:spPr>
      </p:pic>
      <p:pic>
        <p:nvPicPr>
          <p:cNvPr id="61" name="Grafik 60" descr="Mann mit einfarbiger Füllung">
            <a:extLst>
              <a:ext uri="{FF2B5EF4-FFF2-40B4-BE49-F238E27FC236}">
                <a16:creationId xmlns:a16="http://schemas.microsoft.com/office/drawing/2014/main" id="{543C4D29-45B1-7A47-7C43-B0A0D6EA5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3354" y="3662070"/>
            <a:ext cx="676244" cy="676244"/>
          </a:xfrm>
          <a:prstGeom prst="rect">
            <a:avLst/>
          </a:prstGeom>
        </p:spPr>
      </p:pic>
      <p:pic>
        <p:nvPicPr>
          <p:cNvPr id="62" name="Grafik 61" descr="Mann mit einfarbiger Füllung">
            <a:extLst>
              <a:ext uri="{FF2B5EF4-FFF2-40B4-BE49-F238E27FC236}">
                <a16:creationId xmlns:a16="http://schemas.microsoft.com/office/drawing/2014/main" id="{9C3DABD0-FFBF-ED10-FD23-C49A16C634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80767" y="3662070"/>
            <a:ext cx="676244" cy="676244"/>
          </a:xfrm>
          <a:prstGeom prst="rect">
            <a:avLst/>
          </a:prstGeom>
        </p:spPr>
      </p:pic>
      <p:cxnSp>
        <p:nvCxnSpPr>
          <p:cNvPr id="69" name="Gerade Verbindung 68">
            <a:extLst>
              <a:ext uri="{FF2B5EF4-FFF2-40B4-BE49-F238E27FC236}">
                <a16:creationId xmlns:a16="http://schemas.microsoft.com/office/drawing/2014/main" id="{9CCA1E00-A9BD-193C-F8A7-71487EE2361C}"/>
              </a:ext>
            </a:extLst>
          </p:cNvPr>
          <p:cNvCxnSpPr>
            <a:cxnSpLocks/>
          </p:cNvCxnSpPr>
          <p:nvPr/>
        </p:nvCxnSpPr>
        <p:spPr>
          <a:xfrm>
            <a:off x="1124776" y="4466661"/>
            <a:ext cx="10507249" cy="0"/>
          </a:xfrm>
          <a:prstGeom prst="line">
            <a:avLst/>
          </a:prstGeom>
          <a:ln>
            <a:solidFill>
              <a:schemeClr val="tx1">
                <a:alpha val="2773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Grafik 69" descr="Mann mit einfarbiger Füllung">
            <a:extLst>
              <a:ext uri="{FF2B5EF4-FFF2-40B4-BE49-F238E27FC236}">
                <a16:creationId xmlns:a16="http://schemas.microsoft.com/office/drawing/2014/main" id="{C14FB2EF-906F-6ADA-5A66-6ED13FBBEC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03539" y="4835680"/>
            <a:ext cx="676244" cy="676244"/>
          </a:xfrm>
          <a:prstGeom prst="rect">
            <a:avLst/>
          </a:prstGeom>
        </p:spPr>
      </p:pic>
      <p:pic>
        <p:nvPicPr>
          <p:cNvPr id="71" name="Grafik 70" descr="Mann mit einfarbiger Füllung">
            <a:extLst>
              <a:ext uri="{FF2B5EF4-FFF2-40B4-BE49-F238E27FC236}">
                <a16:creationId xmlns:a16="http://schemas.microsoft.com/office/drawing/2014/main" id="{BC507546-9389-517D-526A-A1F7CB5954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84487" y="4835680"/>
            <a:ext cx="676244" cy="676244"/>
          </a:xfrm>
          <a:prstGeom prst="rect">
            <a:avLst/>
          </a:prstGeom>
        </p:spPr>
      </p:pic>
      <p:pic>
        <p:nvPicPr>
          <p:cNvPr id="72" name="Grafik 71" descr="Mann mit einfarbiger Füllung">
            <a:extLst>
              <a:ext uri="{FF2B5EF4-FFF2-40B4-BE49-F238E27FC236}">
                <a16:creationId xmlns:a16="http://schemas.microsoft.com/office/drawing/2014/main" id="{483B8FD0-E0D9-B948-E7C7-267C82AE5C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5465" y="4835680"/>
            <a:ext cx="676244" cy="676244"/>
          </a:xfrm>
          <a:prstGeom prst="rect">
            <a:avLst/>
          </a:prstGeom>
        </p:spPr>
      </p:pic>
      <p:pic>
        <p:nvPicPr>
          <p:cNvPr id="73" name="Grafik 72" descr="Mann mit einfarbiger Füllung">
            <a:extLst>
              <a:ext uri="{FF2B5EF4-FFF2-40B4-BE49-F238E27FC236}">
                <a16:creationId xmlns:a16="http://schemas.microsoft.com/office/drawing/2014/main" id="{03780FD4-1AE7-EED6-8C13-8EBB5708FF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92878" y="4835680"/>
            <a:ext cx="676244" cy="676244"/>
          </a:xfrm>
          <a:prstGeom prst="rect">
            <a:avLst/>
          </a:prstGeom>
        </p:spPr>
      </p:pic>
      <p:pic>
        <p:nvPicPr>
          <p:cNvPr id="74" name="Grafik 73" descr="Mann mit einfarbiger Füllung">
            <a:extLst>
              <a:ext uri="{FF2B5EF4-FFF2-40B4-BE49-F238E27FC236}">
                <a16:creationId xmlns:a16="http://schemas.microsoft.com/office/drawing/2014/main" id="{CB994C07-8959-CB3B-AE65-FC8F39D023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83856" y="4835680"/>
            <a:ext cx="676244" cy="676244"/>
          </a:xfrm>
          <a:prstGeom prst="rect">
            <a:avLst/>
          </a:prstGeom>
        </p:spPr>
      </p:pic>
      <p:pic>
        <p:nvPicPr>
          <p:cNvPr id="75" name="Grafik 74" descr="Mann mit einfarbiger Füllung">
            <a:extLst>
              <a:ext uri="{FF2B5EF4-FFF2-40B4-BE49-F238E27FC236}">
                <a16:creationId xmlns:a16="http://schemas.microsoft.com/office/drawing/2014/main" id="{33C82BA7-942B-E949-9E54-F5D49A1349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01269" y="4835680"/>
            <a:ext cx="676244" cy="676244"/>
          </a:xfrm>
          <a:prstGeom prst="rect">
            <a:avLst/>
          </a:prstGeom>
        </p:spPr>
      </p:pic>
      <p:pic>
        <p:nvPicPr>
          <p:cNvPr id="76" name="Grafik 75" descr="Mann mit einfarbiger Füllung">
            <a:extLst>
              <a:ext uri="{FF2B5EF4-FFF2-40B4-BE49-F238E27FC236}">
                <a16:creationId xmlns:a16="http://schemas.microsoft.com/office/drawing/2014/main" id="{E69A9DF7-1B8D-0D9B-30BB-3537910EFC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27837" y="4835680"/>
            <a:ext cx="676244" cy="676244"/>
          </a:xfrm>
          <a:prstGeom prst="rect">
            <a:avLst/>
          </a:prstGeom>
        </p:spPr>
      </p:pic>
      <p:pic>
        <p:nvPicPr>
          <p:cNvPr id="77" name="Grafik 76" descr="Mann mit einfarbiger Füllung">
            <a:extLst>
              <a:ext uri="{FF2B5EF4-FFF2-40B4-BE49-F238E27FC236}">
                <a16:creationId xmlns:a16="http://schemas.microsoft.com/office/drawing/2014/main" id="{8B8B9FBE-CC08-7956-56A6-9A76C16F6E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45250" y="4835680"/>
            <a:ext cx="676244" cy="676244"/>
          </a:xfrm>
          <a:prstGeom prst="rect">
            <a:avLst/>
          </a:prstGeom>
        </p:spPr>
      </p:pic>
      <p:pic>
        <p:nvPicPr>
          <p:cNvPr id="78" name="Grafik 77" descr="Mann mit einfarbiger Füllung">
            <a:extLst>
              <a:ext uri="{FF2B5EF4-FFF2-40B4-BE49-F238E27FC236}">
                <a16:creationId xmlns:a16="http://schemas.microsoft.com/office/drawing/2014/main" id="{4DFD1D85-D669-09A8-A6A1-5D229F1A31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36228" y="4835680"/>
            <a:ext cx="676244" cy="676244"/>
          </a:xfrm>
          <a:prstGeom prst="rect">
            <a:avLst/>
          </a:prstGeom>
        </p:spPr>
      </p:pic>
      <p:pic>
        <p:nvPicPr>
          <p:cNvPr id="79" name="Grafik 78" descr="Mann mit einfarbiger Füllung">
            <a:extLst>
              <a:ext uri="{FF2B5EF4-FFF2-40B4-BE49-F238E27FC236}">
                <a16:creationId xmlns:a16="http://schemas.microsoft.com/office/drawing/2014/main" id="{E63126FA-FDCC-B419-0EFF-CB0940BB23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53641" y="4835680"/>
            <a:ext cx="676244" cy="676244"/>
          </a:xfrm>
          <a:prstGeom prst="rect">
            <a:avLst/>
          </a:prstGeom>
        </p:spPr>
      </p:pic>
      <p:pic>
        <p:nvPicPr>
          <p:cNvPr id="80" name="Grafik 79" descr="Mann mit einfarbiger Füllung">
            <a:extLst>
              <a:ext uri="{FF2B5EF4-FFF2-40B4-BE49-F238E27FC236}">
                <a16:creationId xmlns:a16="http://schemas.microsoft.com/office/drawing/2014/main" id="{C2F314AA-8862-C286-57C0-9983AC087F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4619" y="4835680"/>
            <a:ext cx="676244" cy="676244"/>
          </a:xfrm>
          <a:prstGeom prst="rect">
            <a:avLst/>
          </a:prstGeom>
        </p:spPr>
      </p:pic>
      <p:pic>
        <p:nvPicPr>
          <p:cNvPr id="81" name="Grafik 80" descr="Mann mit einfarbiger Füllung">
            <a:extLst>
              <a:ext uri="{FF2B5EF4-FFF2-40B4-BE49-F238E27FC236}">
                <a16:creationId xmlns:a16="http://schemas.microsoft.com/office/drawing/2014/main" id="{2229E39B-4505-66DA-4975-6F6162CC4E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2032" y="4835680"/>
            <a:ext cx="676244" cy="676244"/>
          </a:xfrm>
          <a:prstGeom prst="rect">
            <a:avLst/>
          </a:prstGeom>
        </p:spPr>
      </p:pic>
      <p:pic>
        <p:nvPicPr>
          <p:cNvPr id="88" name="Grafik 87" descr="Mann mit einfarbiger Füllung">
            <a:extLst>
              <a:ext uri="{FF2B5EF4-FFF2-40B4-BE49-F238E27FC236}">
                <a16:creationId xmlns:a16="http://schemas.microsoft.com/office/drawing/2014/main" id="{DF8B7846-74D2-2108-3742-7B9344665B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1926" y="4835680"/>
            <a:ext cx="676244" cy="676244"/>
          </a:xfrm>
          <a:prstGeom prst="rect">
            <a:avLst/>
          </a:prstGeom>
        </p:spPr>
      </p:pic>
      <p:pic>
        <p:nvPicPr>
          <p:cNvPr id="89" name="Grafik 88" descr="Mann mit einfarbiger Füllung">
            <a:extLst>
              <a:ext uri="{FF2B5EF4-FFF2-40B4-BE49-F238E27FC236}">
                <a16:creationId xmlns:a16="http://schemas.microsoft.com/office/drawing/2014/main" id="{9B984A94-3CF2-2CCA-8FC7-25E18C2111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89339" y="4835680"/>
            <a:ext cx="676244" cy="676244"/>
          </a:xfrm>
          <a:prstGeom prst="rect">
            <a:avLst/>
          </a:prstGeom>
        </p:spPr>
      </p:pic>
      <p:pic>
        <p:nvPicPr>
          <p:cNvPr id="90" name="Grafik 89" descr="Mann mit einfarbiger Füllung">
            <a:extLst>
              <a:ext uri="{FF2B5EF4-FFF2-40B4-BE49-F238E27FC236}">
                <a16:creationId xmlns:a16="http://schemas.microsoft.com/office/drawing/2014/main" id="{EB8C0DD4-DC11-7A73-0FC4-67E95B7260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317" y="4835680"/>
            <a:ext cx="676244" cy="676244"/>
          </a:xfrm>
          <a:prstGeom prst="rect">
            <a:avLst/>
          </a:prstGeom>
        </p:spPr>
      </p:pic>
      <p:pic>
        <p:nvPicPr>
          <p:cNvPr id="91" name="Grafik 90" descr="Mann mit einfarbiger Füllung">
            <a:extLst>
              <a:ext uri="{FF2B5EF4-FFF2-40B4-BE49-F238E27FC236}">
                <a16:creationId xmlns:a16="http://schemas.microsoft.com/office/drawing/2014/main" id="{74EF609F-C735-A60B-1B5E-A9199A7392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7730" y="4835680"/>
            <a:ext cx="676244" cy="676244"/>
          </a:xfrm>
          <a:prstGeom prst="rect">
            <a:avLst/>
          </a:prstGeom>
        </p:spPr>
      </p:pic>
      <p:pic>
        <p:nvPicPr>
          <p:cNvPr id="92" name="Grafik 91" descr="Mann mit einfarbiger Füllung">
            <a:extLst>
              <a:ext uri="{FF2B5EF4-FFF2-40B4-BE49-F238E27FC236}">
                <a16:creationId xmlns:a16="http://schemas.microsoft.com/office/drawing/2014/main" id="{A0865946-797C-45C8-822D-654EB546E7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88708" y="4835680"/>
            <a:ext cx="676244" cy="676244"/>
          </a:xfrm>
          <a:prstGeom prst="rect">
            <a:avLst/>
          </a:prstGeom>
        </p:spPr>
      </p:pic>
      <p:pic>
        <p:nvPicPr>
          <p:cNvPr id="93" name="Grafik 92" descr="Mann mit einfarbiger Füllung">
            <a:extLst>
              <a:ext uri="{FF2B5EF4-FFF2-40B4-BE49-F238E27FC236}">
                <a16:creationId xmlns:a16="http://schemas.microsoft.com/office/drawing/2014/main" id="{46631209-F9B8-93F6-F24B-A27D3AE85E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06121" y="4835680"/>
            <a:ext cx="676244" cy="676244"/>
          </a:xfrm>
          <a:prstGeom prst="rect">
            <a:avLst/>
          </a:prstGeom>
        </p:spPr>
      </p:pic>
      <p:pic>
        <p:nvPicPr>
          <p:cNvPr id="94" name="Grafik 93" descr="Mann mit einfarbiger Füllung">
            <a:extLst>
              <a:ext uri="{FF2B5EF4-FFF2-40B4-BE49-F238E27FC236}">
                <a16:creationId xmlns:a16="http://schemas.microsoft.com/office/drawing/2014/main" id="{041568A9-77C9-30D8-CE07-D6B12B9395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32689" y="4835680"/>
            <a:ext cx="676244" cy="676244"/>
          </a:xfrm>
          <a:prstGeom prst="rect">
            <a:avLst/>
          </a:prstGeom>
        </p:spPr>
      </p:pic>
      <p:pic>
        <p:nvPicPr>
          <p:cNvPr id="95" name="Grafik 94" descr="Mann mit einfarbiger Füllung">
            <a:extLst>
              <a:ext uri="{FF2B5EF4-FFF2-40B4-BE49-F238E27FC236}">
                <a16:creationId xmlns:a16="http://schemas.microsoft.com/office/drawing/2014/main" id="{1D6D3CCD-9256-0C6C-F0C3-0A90C265CA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50102" y="4835680"/>
            <a:ext cx="676244" cy="676244"/>
          </a:xfrm>
          <a:prstGeom prst="rect">
            <a:avLst/>
          </a:prstGeom>
        </p:spPr>
      </p:pic>
      <p:pic>
        <p:nvPicPr>
          <p:cNvPr id="96" name="Grafik 95" descr="Mann mit einfarbiger Füllung">
            <a:extLst>
              <a:ext uri="{FF2B5EF4-FFF2-40B4-BE49-F238E27FC236}">
                <a16:creationId xmlns:a16="http://schemas.microsoft.com/office/drawing/2014/main" id="{A74E2326-BCE5-AFCF-62E7-78B9596B07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41080" y="4835680"/>
            <a:ext cx="676244" cy="676244"/>
          </a:xfrm>
          <a:prstGeom prst="rect">
            <a:avLst/>
          </a:prstGeom>
        </p:spPr>
      </p:pic>
      <p:pic>
        <p:nvPicPr>
          <p:cNvPr id="97" name="Grafik 96" descr="Mann mit einfarbiger Füllung">
            <a:extLst>
              <a:ext uri="{FF2B5EF4-FFF2-40B4-BE49-F238E27FC236}">
                <a16:creationId xmlns:a16="http://schemas.microsoft.com/office/drawing/2014/main" id="{F9486D7A-DE48-9025-20E2-6A020FD8C6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8493" y="4835680"/>
            <a:ext cx="676244" cy="676244"/>
          </a:xfrm>
          <a:prstGeom prst="rect">
            <a:avLst/>
          </a:prstGeom>
        </p:spPr>
      </p:pic>
      <p:pic>
        <p:nvPicPr>
          <p:cNvPr id="98" name="Grafik 97" descr="Mann mit einfarbiger Füllung">
            <a:extLst>
              <a:ext uri="{FF2B5EF4-FFF2-40B4-BE49-F238E27FC236}">
                <a16:creationId xmlns:a16="http://schemas.microsoft.com/office/drawing/2014/main" id="{4FA435A2-46B1-C780-C2FC-7C19269D11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49471" y="4835680"/>
            <a:ext cx="676244" cy="676244"/>
          </a:xfrm>
          <a:prstGeom prst="rect">
            <a:avLst/>
          </a:prstGeom>
        </p:spPr>
      </p:pic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B8940178-48FC-2BB6-16ED-D54FBB03E0E8}"/>
              </a:ext>
            </a:extLst>
          </p:cNvPr>
          <p:cNvCxnSpPr>
            <a:cxnSpLocks/>
          </p:cNvCxnSpPr>
          <p:nvPr/>
        </p:nvCxnSpPr>
        <p:spPr>
          <a:xfrm>
            <a:off x="6095847" y="4466661"/>
            <a:ext cx="0" cy="369019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feld 101">
            <a:extLst>
              <a:ext uri="{FF2B5EF4-FFF2-40B4-BE49-F238E27FC236}">
                <a16:creationId xmlns:a16="http://schemas.microsoft.com/office/drawing/2014/main" id="{2717C674-4B27-5F71-F93D-B9AD3F44CCED}"/>
              </a:ext>
            </a:extLst>
          </p:cNvPr>
          <p:cNvSpPr txBox="1"/>
          <p:nvPr/>
        </p:nvSpPr>
        <p:spPr>
          <a:xfrm>
            <a:off x="432798" y="3844343"/>
            <a:ext cx="1554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Market Leader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E79FE659-B4B6-F1B9-5A13-2A150F0F1ECF}"/>
              </a:ext>
            </a:extLst>
          </p:cNvPr>
          <p:cNvSpPr txBox="1"/>
          <p:nvPr/>
        </p:nvSpPr>
        <p:spPr>
          <a:xfrm>
            <a:off x="425229" y="4947813"/>
            <a:ext cx="123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Teilnehmer</a:t>
            </a:r>
          </a:p>
        </p:txBody>
      </p:sp>
    </p:spTree>
    <p:extLst>
      <p:ext uri="{BB962C8B-B14F-4D97-AF65-F5344CB8AC3E}">
        <p14:creationId xmlns:p14="http://schemas.microsoft.com/office/powerpoint/2010/main" val="3303504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BAD23-706B-3D40-074E-2016DB5F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5C3D47-BC79-4485-1216-EE380EC1807D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RECAP –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Risiko</a:t>
            </a:r>
            <a:endParaRPr lang="en-GB" sz="3200" dirty="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211374-56F5-E081-B352-2C53A4321911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35501-48A6-3BB9-B749-FBB4E4633731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D19168-DBC4-EF38-6CD3-FE65A49C8DA7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55785BB-BA7F-2655-E27F-F65FACAFD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769996"/>
              </p:ext>
            </p:extLst>
          </p:nvPr>
        </p:nvGraphicFramePr>
        <p:xfrm>
          <a:off x="1531741" y="1297147"/>
          <a:ext cx="9635994" cy="49927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11998">
                  <a:extLst>
                    <a:ext uri="{9D8B030D-6E8A-4147-A177-3AD203B41FA5}">
                      <a16:colId xmlns:a16="http://schemas.microsoft.com/office/drawing/2014/main" val="1591667868"/>
                    </a:ext>
                  </a:extLst>
                </a:gridCol>
                <a:gridCol w="3211998">
                  <a:extLst>
                    <a:ext uri="{9D8B030D-6E8A-4147-A177-3AD203B41FA5}">
                      <a16:colId xmlns:a16="http://schemas.microsoft.com/office/drawing/2014/main" val="970232884"/>
                    </a:ext>
                  </a:extLst>
                </a:gridCol>
                <a:gridCol w="3211998">
                  <a:extLst>
                    <a:ext uri="{9D8B030D-6E8A-4147-A177-3AD203B41FA5}">
                      <a16:colId xmlns:a16="http://schemas.microsoft.com/office/drawing/2014/main" val="441703941"/>
                    </a:ext>
                  </a:extLst>
                </a:gridCol>
              </a:tblGrid>
              <a:tr h="627339">
                <a:tc>
                  <a:txBody>
                    <a:bodyPr/>
                    <a:lstStyle/>
                    <a:p>
                      <a:endParaRPr lang="de-DE" dirty="0">
                        <a:latin typeface="IBM Plex Sans" panose="020B050305020300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Eintrittswahrscheinlichkeit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>
                          <a:latin typeface="IBM Plex Sans" panose="020B0503050203000203" pitchFamily="34" charset="0"/>
                        </a:rPr>
                        <a:t>Auswirkung</a:t>
                      </a:r>
                      <a:endParaRPr lang="de-DE" dirty="0">
                        <a:latin typeface="IBM Plex Sans" panose="020B050305020300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174119"/>
                  </a:ext>
                </a:extLst>
              </a:tr>
              <a:tr h="627339"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Videos werden nicht rechtzeitig fertig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Sehr gering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Extrem hoch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568046"/>
                  </a:ext>
                </a:extLst>
              </a:tr>
              <a:tr h="627339"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Poster kommen nicht rechtzeitig 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Gering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Hoch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676364"/>
                  </a:ext>
                </a:extLst>
              </a:tr>
              <a:tr h="1165059"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Sticker / Poster kommen nicht rechtzeitig in den Märkten 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Gering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Hoch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836538"/>
                  </a:ext>
                </a:extLst>
              </a:tr>
              <a:tr h="627339"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Zahlung der Poster wird nicht übernommen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Mittel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Mittel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095430"/>
                  </a:ext>
                </a:extLst>
              </a:tr>
              <a:tr h="363459"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Mangelnder Support der </a:t>
                      </a:r>
                      <a:r>
                        <a:rPr lang="de-DE" dirty="0" err="1">
                          <a:latin typeface="IBM Plex Sans" panose="020B0503050203000203" pitchFamily="34" charset="0"/>
                        </a:rPr>
                        <a:t>Marketleader</a:t>
                      </a:r>
                      <a:r>
                        <a:rPr lang="de-DE" dirty="0">
                          <a:latin typeface="IBM Plex Sans" panose="020B0503050203000203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Mittel – Hoch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Sehr hoch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112906"/>
                  </a:ext>
                </a:extLst>
              </a:tr>
              <a:tr h="363459"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Slack-Channel </a:t>
                      </a:r>
                      <a:r>
                        <a:rPr lang="de-DE" dirty="0" err="1">
                          <a:latin typeface="IBM Plex Sans" panose="020B0503050203000203" pitchFamily="34" charset="0"/>
                        </a:rPr>
                        <a:t>Join</a:t>
                      </a:r>
                      <a:r>
                        <a:rPr lang="de-DE" dirty="0">
                          <a:latin typeface="IBM Plex Sans" panose="020B0503050203000203" pitchFamily="34" charset="0"/>
                        </a:rPr>
                        <a:t> </a:t>
                      </a:r>
                      <a:r>
                        <a:rPr lang="de-DE" dirty="0" err="1">
                          <a:latin typeface="IBM Plex Sans" panose="020B0503050203000203" pitchFamily="34" charset="0"/>
                        </a:rPr>
                        <a:t>Process</a:t>
                      </a:r>
                      <a:r>
                        <a:rPr lang="de-DE" dirty="0">
                          <a:latin typeface="IBM Plex Sans" panose="020B0503050203000203" pitchFamily="34" charset="0"/>
                        </a:rPr>
                        <a:t> ist zu umfangreich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Sehr hoch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IBM Plex Sans" panose="020B0503050203000203" pitchFamily="34" charset="0"/>
                        </a:rPr>
                        <a:t>Gering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996031"/>
                  </a:ext>
                </a:extLst>
              </a:tr>
            </a:tbl>
          </a:graphicData>
        </a:graphic>
      </p:graphicFrame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E17FF3ED-0472-F4FA-18AA-293BE7075072}"/>
              </a:ext>
            </a:extLst>
          </p:cNvPr>
          <p:cNvSpPr/>
          <p:nvPr/>
        </p:nvSpPr>
        <p:spPr>
          <a:xfrm>
            <a:off x="375781" y="5116882"/>
            <a:ext cx="989556" cy="38830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956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B3A2B-94F9-9961-F287-8653DE447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465C41-1DAB-C612-F2BF-E36D95779F54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RECAP – KPIs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7CFBD8-4C1F-5608-9BB9-1A59430E26C4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6E3274-D766-ECD8-8ACB-D33E21761F51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FC616B-A22C-762F-8FDF-010215CC36EA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603188C0-4ACE-9D60-51A3-F178B592D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409319"/>
              </p:ext>
            </p:extLst>
          </p:nvPr>
        </p:nvGraphicFramePr>
        <p:xfrm>
          <a:off x="2031847" y="2512821"/>
          <a:ext cx="81280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5094802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20182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959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Anzahl der Leute im Slack-Channel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Numerisch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52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Teilnehmer an den 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Numerisch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74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Anzahl der Klicks auf den Videos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Numerisch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252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853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C04D1-734A-9713-7A98-CC96C0278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6E576A-30A1-DD96-9227-C3DA1A28E456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Was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haben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wir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F798A5-AE66-F905-926D-62B1B22393FB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3E73D-78B4-1323-CDB2-7451EE25ACB1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07FB9F-6138-B840-1A2D-46BBC8B0419B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F5DD61E-6A1F-0B71-7168-4953A4BC892E}"/>
              </a:ext>
            </a:extLst>
          </p:cNvPr>
          <p:cNvSpPr txBox="1"/>
          <p:nvPr/>
        </p:nvSpPr>
        <p:spPr>
          <a:xfrm>
            <a:off x="495396" y="1522843"/>
            <a:ext cx="1179636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Alle Sticker sind gedruckt und liegen verpackt bei Maurice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werden ins Office mitgebracht</a:t>
            </a:r>
          </a:p>
          <a:p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Poster sind in Bearbeitung 	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Poster werden über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Procurement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 bezahlt</a:t>
            </a:r>
          </a:p>
          <a:p>
            <a:endParaRPr lang="de-DE" sz="2800" dirty="0">
              <a:solidFill>
                <a:srgbClr val="FF0000"/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Das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Trailervideo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 ist bereit um geteilt zu werden*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Das “Erklär“-video mit dem Assistant ist bereit um geteilt zu werden*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* Die Videos müssen minimal geändert werden, da das Quiz nicht wie geplant stattfindet</a:t>
            </a:r>
          </a:p>
        </p:txBody>
      </p:sp>
    </p:spTree>
    <p:extLst>
      <p:ext uri="{BB962C8B-B14F-4D97-AF65-F5344CB8AC3E}">
        <p14:creationId xmlns:p14="http://schemas.microsoft.com/office/powerpoint/2010/main" val="1622943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FF9BB-0943-3FE2-346A-608F8D3CA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0C6949-77BF-309E-1859-E04CB57999DC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Was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haben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wir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C5166-3E2C-F212-6F0D-6309DA2E699E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4EFE76-CC77-F2D7-9A3B-70083E98CD59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0B2A83-26B5-A1FA-D1CF-A3368363B0A4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AAA53D2-90E3-D861-4429-923B6F2D644F}"/>
              </a:ext>
            </a:extLst>
          </p:cNvPr>
          <p:cNvSpPr txBox="1"/>
          <p:nvPr/>
        </p:nvSpPr>
        <p:spPr>
          <a:xfrm>
            <a:off x="495396" y="1522843"/>
            <a:ext cx="1179636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Die Skripte für die Videos sind vorhanden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Slack Channel ist vorhanden – Noch nicht einsatzbereit 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	(siehe spätere Folien)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Der Flyer ist vorhanden und bereit um geteilt zu werden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72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50944-A627-D19D-35BC-B17CD555F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005E07-50F9-8C96-416C-413B20EC1676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Was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fehlt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uns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8B3951-F506-A9D9-336E-B3525059492D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B83B76-F485-5E0F-397B-2A9E6B4CEC1B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830441-6485-59F5-2905-8C336A5DA00B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F5F38D8-AA5E-F265-D847-054F1CD74B6D}"/>
              </a:ext>
            </a:extLst>
          </p:cNvPr>
          <p:cNvSpPr txBox="1"/>
          <p:nvPr/>
        </p:nvSpPr>
        <p:spPr>
          <a:xfrm>
            <a:off x="495396" y="1522843"/>
            <a:ext cx="117963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Die Poster sind noch nicht gedruckt / liegen noch nicht vor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Die Videos wurden noch nicht erstellt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Der Slack-Channel hat noch keine User / ist inaktiv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Wir haben keine konkrete Idee für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Social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-Media-Präsenz, abgesehen vom #IAMTLS Hashtag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968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AEAB6-1F7A-7619-543D-D1C2928F5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14B923-50BA-5792-0D59-6B7E78EFC261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Was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wurde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noch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nicht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gemacht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B3492F-C69F-769B-5FCB-F76F5309599D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621801-B3F4-2501-043A-D056F88B6636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A8C2B5-5315-7EAE-E3AD-26783C6295CD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808247F-D522-9D52-8673-C704C161DEA6}"/>
              </a:ext>
            </a:extLst>
          </p:cNvPr>
          <p:cNvSpPr txBox="1"/>
          <p:nvPr/>
        </p:nvSpPr>
        <p:spPr>
          <a:xfrm>
            <a:off x="495396" y="1522843"/>
            <a:ext cx="117963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Das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Trailervideo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 wurde noch nicht geteilt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Das Erklärvideo wurde noch nicht geteilt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Die Sticker wurden noch nicht verteilt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Die Poster wurden noch nicht verteilt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509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F3B89-7526-C15A-414F-2B9D5FD31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254D99-5CBA-6FB6-16D3-91A3C9395642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Was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sind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aktuelle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Herausforderungen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9FAD97-AB1B-9370-0457-1468B7206573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D2BD5-CDA7-AF72-87EC-2E9CA58CA813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744EEE-8450-342B-C188-72A01B703D12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990FF37-1879-B79C-1159-45EC9A396068}"/>
              </a:ext>
            </a:extLst>
          </p:cNvPr>
          <p:cNvSpPr txBox="1"/>
          <p:nvPr/>
        </p:nvSpPr>
        <p:spPr>
          <a:xfrm>
            <a:off x="495396" y="1522843"/>
            <a:ext cx="11796365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Logistik bzw. Sticker/ Poster Verteilung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Internationaler Versand ist kompliziert über IBM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/>
              </a:rPr>
              <a:t>	• Wir benötigen ggf. eine Alternative bzw. Kostenübernahme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pPr marL="457200" indent="-457200">
              <a:buFont typeface="Arial"/>
              <a:buChar char="•"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/>
              </a:rPr>
              <a:t>Wer hol die Poster &amp; Stickers in jedem Gebäude(Region) ab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Auflösung der Poster könnte ggf. problematisch sein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Wir benötigen Video-Cutting-Skills für die Videos, damit sie unseren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Anforderungen genügen </a:t>
            </a:r>
          </a:p>
        </p:txBody>
      </p:sp>
    </p:spTree>
    <p:extLst>
      <p:ext uri="{BB962C8B-B14F-4D97-AF65-F5344CB8AC3E}">
        <p14:creationId xmlns:p14="http://schemas.microsoft.com/office/powerpoint/2010/main" val="1914650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EFF4A-6E7A-D1A6-50CC-75FFF46A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86CE8C-69D7-2967-5D56-1397AFD68A87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Budget &amp;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Finanzen</a:t>
            </a:r>
            <a:endParaRPr lang="en-GB" sz="3200" dirty="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0DCE6-C566-EC86-1C4F-48089E424ED7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1023E8-B64D-7B9A-F538-5334E1223187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76A2C-0FFC-5107-67B6-409462884A6F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D5C1BAB-EA8E-8E18-310A-37D06B8BB994}"/>
              </a:ext>
            </a:extLst>
          </p:cNvPr>
          <p:cNvSpPr txBox="1"/>
          <p:nvPr/>
        </p:nvSpPr>
        <p:spPr>
          <a:xfrm>
            <a:off x="495396" y="1522843"/>
            <a:ext cx="1179636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Maurice müsste nochmal 1-2Monate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Canva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 Pro haben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Benötigt für Nacharbeitung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Kostenpunkt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ca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 24€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Holger Philipps hat Support angeboten bei Blue Point Budget 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Ralf hat 200€ Budget bereitgestellt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Verwendung für Versand wäre ratsam</a:t>
            </a:r>
          </a:p>
        </p:txBody>
      </p:sp>
    </p:spTree>
    <p:extLst>
      <p:ext uri="{BB962C8B-B14F-4D97-AF65-F5344CB8AC3E}">
        <p14:creationId xmlns:p14="http://schemas.microsoft.com/office/powerpoint/2010/main" val="4179184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7EC8D-069B-7759-04B7-578B97F7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67F3A6-E791-191D-203C-9D33E3E3246F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Sonstiges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.. Was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haben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wir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gezaubert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B5953-2369-5D44-6AF4-E2C474CA9D4B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9B7C33-7366-036C-BCF7-7D2328C2A54D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813AF2-7836-828C-AA65-A25FF1868302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630BA51-E016-9983-C106-797882CB1A26}"/>
              </a:ext>
            </a:extLst>
          </p:cNvPr>
          <p:cNvSpPr txBox="1"/>
          <p:nvPr/>
        </p:nvSpPr>
        <p:spPr>
          <a:xfrm>
            <a:off x="495396" y="1522843"/>
            <a:ext cx="117963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Holger Philipps hat Sticker von uns bekommen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Diese wird er in Madrid an Sales Leader und Andrew Stubbs 			verteilen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Er ist sehr überzeugt von der Idee und hilft uns Hype bei Key 	Personen zu erzeugen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Unsere Videos werden auf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BlueTube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 geteilt 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Initiative für ein IBM-	internes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Youtube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 (Stuart Kent)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Dadurch werden die Videos auch außerhalb von TLS sichtbar</a:t>
            </a:r>
          </a:p>
        </p:txBody>
      </p:sp>
    </p:spTree>
    <p:extLst>
      <p:ext uri="{BB962C8B-B14F-4D97-AF65-F5344CB8AC3E}">
        <p14:creationId xmlns:p14="http://schemas.microsoft.com/office/powerpoint/2010/main" val="2948447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658C2-ABDC-C027-D33C-5F0C7D1E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5E374F-A02C-7489-DFBC-BA67CBBB5278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Projektplan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der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nächsten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Wochen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- GANTT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E32733-2E7B-6038-B975-7A4C1D6B55A1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221267-42DF-449A-8F3C-901ED70060A4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697A1D-0CAE-07ED-863C-49C9513442D3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C29A4E4-24B1-C52F-A47E-1D82981220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8042" y="1354667"/>
            <a:ext cx="12210472" cy="447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29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D830-D8B4-5EE7-5967-FCAF89F9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028991-C582-D7D2-EA28-9842BBDF5BD4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Projektplan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der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nächsten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Wochen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-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Zusammenfassung</a:t>
            </a:r>
            <a:endParaRPr lang="en-GB" sz="3200" dirty="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017D59-7644-2DFC-EA5F-1578EE0BFCF7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DB5A37-5085-E5A6-9B32-5DFDA97A230E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AD4451-AD96-8293-1879-FA0C34612CFC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E1F8509-7959-586A-066B-D2E2DA9E37D2}"/>
              </a:ext>
            </a:extLst>
          </p:cNvPr>
          <p:cNvSpPr txBox="1"/>
          <p:nvPr/>
        </p:nvSpPr>
        <p:spPr>
          <a:xfrm>
            <a:off x="495396" y="1522843"/>
            <a:ext cx="117963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Wir erwarten einen Vordruck des Posters bis zum 20. Februar (Freitag)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Die vollständigen Poster erwarten wir bis zum 7. März (optimistisch)	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	• ggf. verschiebt es sich aufgrund von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Procurement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 auf den 14.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Die Videos werden am 9. März erstellt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Die Videos sollten bis zum 20. März finalisiert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gecutted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 / editiert sein</a:t>
            </a: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	• Sehr pessimistischer Ansatz. Schwer einzuschätzen wegen 		mangelnder Video-Cutting-Skills</a:t>
            </a:r>
          </a:p>
        </p:txBody>
      </p:sp>
    </p:spTree>
    <p:extLst>
      <p:ext uri="{BB962C8B-B14F-4D97-AF65-F5344CB8AC3E}">
        <p14:creationId xmlns:p14="http://schemas.microsoft.com/office/powerpoint/2010/main" val="2069226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871D8-706B-3BAC-20CA-A7F349AB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5486F-192A-091A-95D5-E25B2A43AD79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Projektplan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der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nächsten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Wochen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-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Zusammenfassung</a:t>
            </a:r>
            <a:endParaRPr lang="en-GB" sz="3200" dirty="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E3720-5180-75D3-4DF4-958447709543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73A168-9769-6CB7-7036-BAFBC51AFA7F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478B29-4F42-5194-4DD8-C137F3EA675F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B23E59D-BB22-9A57-60BB-307D39AF3DFD}"/>
              </a:ext>
            </a:extLst>
          </p:cNvPr>
          <p:cNvSpPr txBox="1"/>
          <p:nvPr/>
        </p:nvSpPr>
        <p:spPr>
          <a:xfrm>
            <a:off x="495396" y="1522843"/>
            <a:ext cx="117963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Bis zum 13. März sollen die Sticker &amp; Poster in die Märkte versendet werden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Die Trailer-Videos gehen bis zum 13. März raus um alle vorzubereiten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Bis zum 20. März soll der Slack-Channel „einsatzbereit“ sein. Inkl. Aller 	Mitglieder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Bis zum 25. März sollen alle Videos auf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BlueTube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 vorhanden sein</a:t>
            </a:r>
          </a:p>
        </p:txBody>
      </p:sp>
    </p:spTree>
    <p:extLst>
      <p:ext uri="{BB962C8B-B14F-4D97-AF65-F5344CB8AC3E}">
        <p14:creationId xmlns:p14="http://schemas.microsoft.com/office/powerpoint/2010/main" val="1680992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A144-A94B-E563-C80A-BC131B709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8317EE-A082-A9EF-8216-EAB367D45BF9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Projektplan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der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nächsten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Wochen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-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Zusammenfassung</a:t>
            </a:r>
            <a:endParaRPr lang="en-GB" sz="3200" dirty="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CA4BD-5997-F1BE-F4FD-CEAE20D558B5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0CC9F5-7843-B114-EDD9-6FA944B00FE6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15CCD5-EB88-812B-6048-02E493C3D612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F685AC0-746C-B34A-E185-E9BA706052EB}"/>
              </a:ext>
            </a:extLst>
          </p:cNvPr>
          <p:cNvSpPr txBox="1"/>
          <p:nvPr/>
        </p:nvSpPr>
        <p:spPr>
          <a:xfrm>
            <a:off x="495396" y="1522843"/>
            <a:ext cx="117963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Am 1. April 2026 startet die TLS Marketing Week 2.0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Alle Poster / Sticker sind bis hierhin in den Märkten / Standorten angekommen 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Alle Teilnehmer haben 2 Wochen vorher mitbekommen, dass die TLSMW2 stattfinden wird. (Durch Die Trailer, Flyer etc.)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Die Videos sind auf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BlueTube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 vorhanden. Es muss lediglich der Link geteilt werden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17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BCA0E-15FE-9C9B-8513-E7BAA2E0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5DA5BC-2CC5-3204-AC84-74C03925FCD9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>
              <a:defRPr sz="1800">
                <a:solidFill>
                  <a:srgbClr val="605E5C"/>
                </a:solidFill>
              </a:defRPr>
            </a:pP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Projektplan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der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nächsten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Wochen</a:t>
            </a:r>
            <a:r>
              <a:rPr lang="en-GB" sz="3200" dirty="0">
                <a:solidFill>
                  <a:srgbClr val="FFFFFF"/>
                </a:solidFill>
                <a:latin typeface="IBM Plex Sans" panose="020B0503050203000203" pitchFamily="34" charset="0"/>
              </a:rPr>
              <a:t> - </a:t>
            </a:r>
            <a:r>
              <a:rPr lang="en-GB" sz="3200" dirty="0" err="1">
                <a:solidFill>
                  <a:srgbClr val="FFFFFF"/>
                </a:solidFill>
                <a:latin typeface="IBM Plex Sans" panose="020B0503050203000203" pitchFamily="34" charset="0"/>
              </a:rPr>
              <a:t>Zusammenfassung</a:t>
            </a:r>
            <a:endParaRPr lang="en-GB" sz="3200" dirty="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8F269E-07DE-99B6-FA3D-D8EF3F21A0E9}"/>
              </a:ext>
            </a:extLst>
          </p:cNvPr>
          <p:cNvSpPr txBox="1"/>
          <p:nvPr/>
        </p:nvSpPr>
        <p:spPr>
          <a:xfrm>
            <a:off x="815739" y="2810579"/>
            <a:ext cx="12410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Core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3AF99C-7C3F-BA98-C5CA-1DA970F9E5CD}"/>
              </a:ext>
            </a:extLst>
          </p:cNvPr>
          <p:cNvSpPr txBox="1"/>
          <p:nvPr/>
        </p:nvSpPr>
        <p:spPr>
          <a:xfrm>
            <a:off x="6393579" y="2810579"/>
            <a:ext cx="15937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0"/>
                </a:solidFill>
              </a:defRPr>
            </a:pPr>
            <a:r>
              <a:rPr dirty="0">
                <a:solidFill>
                  <a:srgbClr val="FFFFFF"/>
                </a:solidFill>
                <a:latin typeface="IBM Plex Sans" panose="020B0503050203000203" pitchFamily="34" charset="0"/>
              </a:rPr>
              <a:t>Key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EE6A1F-5965-5F33-0FB4-930B6DEB49BE}"/>
              </a:ext>
            </a:extLst>
          </p:cNvPr>
          <p:cNvSpPr txBox="1"/>
          <p:nvPr/>
        </p:nvSpPr>
        <p:spPr>
          <a:xfrm>
            <a:off x="731520" y="6537960"/>
            <a:ext cx="206178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5E5C"/>
                </a:solidFill>
              </a:defRPr>
            </a:pP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TLS </a:t>
            </a:r>
            <a:r>
              <a:rPr lang="de-DE" dirty="0">
                <a:solidFill>
                  <a:srgbClr val="000000"/>
                </a:solidFill>
                <a:latin typeface="IBM Plex Sans" panose="020B0503050203000203" pitchFamily="34" charset="0"/>
              </a:rPr>
              <a:t>Marketing </a:t>
            </a:r>
            <a:r>
              <a:rPr dirty="0">
                <a:solidFill>
                  <a:srgbClr val="000000"/>
                </a:solidFill>
                <a:latin typeface="IBM Plex Sans" panose="020B0503050203000203" pitchFamily="34" charset="0"/>
              </a:rPr>
              <a:t>Week | April 2026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FB72284-9010-57F8-86B5-19204E15FB54}"/>
              </a:ext>
            </a:extLst>
          </p:cNvPr>
          <p:cNvSpPr txBox="1"/>
          <p:nvPr/>
        </p:nvSpPr>
        <p:spPr>
          <a:xfrm>
            <a:off x="495396" y="1522843"/>
            <a:ext cx="117963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Wir starten am 1. April mit der Marketing Week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• Great </a:t>
            </a:r>
            <a:r>
              <a:rPr lang="de-DE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Success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" panose="020B0503050203000203" pitchFamily="34" charset="0"/>
              </a:rPr>
              <a:t>!</a:t>
            </a: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  <a:p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IBM Plex Sans" panose="020B0503050203000203" pitchFamily="34" charset="0"/>
            </a:endParaRPr>
          </a:p>
        </p:txBody>
      </p:sp>
      <p:pic>
        <p:nvPicPr>
          <p:cNvPr id="1026" name="Picture 2" descr="Amazon Proclaims Amazon's 'Borat 2' To Be 'Great Success'">
            <a:extLst>
              <a:ext uri="{FF2B5EF4-FFF2-40B4-BE49-F238E27FC236}">
                <a16:creationId xmlns:a16="http://schemas.microsoft.com/office/drawing/2014/main" id="{CF512C23-0CB3-A217-DEAE-891974AA6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229" y="2474715"/>
            <a:ext cx="5094337" cy="403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602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1214</Words>
  <Application>Microsoft Macintosh PowerPoint</Application>
  <PresentationFormat>Breitbild</PresentationFormat>
  <Paragraphs>231</Paragraphs>
  <Slides>21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IBM Plex Sans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Maurice Haghighi Pajouh</cp:lastModifiedBy>
  <cp:revision>14</cp:revision>
  <dcterms:created xsi:type="dcterms:W3CDTF">2013-01-27T09:14:16Z</dcterms:created>
  <dcterms:modified xsi:type="dcterms:W3CDTF">2026-02-18T10:52:17Z</dcterms:modified>
  <cp:category/>
</cp:coreProperties>
</file>