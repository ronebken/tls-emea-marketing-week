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0" r:id="rId2"/>
    <p:sldId id="265" r:id="rId3"/>
    <p:sldId id="263" r:id="rId4"/>
    <p:sldId id="267" r:id="rId5"/>
    <p:sldId id="266" r:id="rId6"/>
    <p:sldId id="269" r:id="rId7"/>
    <p:sldId id="362" r:id="rId8"/>
    <p:sldId id="273" r:id="rId9"/>
    <p:sldId id="274" r:id="rId10"/>
    <p:sldId id="264" r:id="rId11"/>
    <p:sldId id="275" r:id="rId12"/>
    <p:sldId id="316" r:id="rId13"/>
    <p:sldId id="354" r:id="rId14"/>
    <p:sldId id="358" r:id="rId15"/>
    <p:sldId id="359" r:id="rId16"/>
    <p:sldId id="360" r:id="rId17"/>
    <p:sldId id="36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3259DB8C-F6F0-7F40-8881-86073FEF6A17}">
          <p14:sldIdLst>
            <p14:sldId id="260"/>
            <p14:sldId id="265"/>
            <p14:sldId id="263"/>
            <p14:sldId id="267"/>
            <p14:sldId id="266"/>
          </p14:sldIdLst>
        </p14:section>
        <p14:section name="Woche 2" id="{B82B2222-99CC-9745-824E-C205DBC65AD0}">
          <p14:sldIdLst>
            <p14:sldId id="269"/>
            <p14:sldId id="362"/>
            <p14:sldId id="273"/>
            <p14:sldId id="274"/>
            <p14:sldId id="264"/>
            <p14:sldId id="275"/>
            <p14:sldId id="316"/>
            <p14:sldId id="354"/>
            <p14:sldId id="358"/>
            <p14:sldId id="359"/>
            <p14:sldId id="360"/>
            <p14:sldId id="3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1E6"/>
    <a:srgbClr val="0043CE"/>
    <a:srgbClr val="000000"/>
    <a:srgbClr val="FFFFFF"/>
    <a:srgbClr val="D4BBFF"/>
    <a:srgbClr val="6929C4"/>
    <a:srgbClr val="78A9FF"/>
    <a:srgbClr val="4589FF"/>
    <a:srgbClr val="FFF1F1"/>
    <a:srgbClr val="1C0F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BF307D-1FC4-244C-B665-2039A0320E4A}" v="2603" dt="2026-03-04T10:08:01.077"/>
    <p1510:client id="{DA3B91C2-26D1-DF75-019F-B4E7EC812C1B}" v="4" dt="2026-03-03T14:41:19.6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9"/>
    <p:restoredTop sz="92000"/>
  </p:normalViewPr>
  <p:slideViewPr>
    <p:cSldViewPr snapToGrid="0">
      <p:cViewPr varScale="1">
        <p:scale>
          <a:sx n="205" d="100"/>
          <a:sy n="205" d="100"/>
        </p:scale>
        <p:origin x="34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Andrade" userId="S::aaron.andrade@ibm.com::f6ab82bd-0746-4adb-b54d-14f9e7e774a0" providerId="AD" clId="Web-{A683C9EF-ABC3-DE5E-9775-BAADAECF3D1A}"/>
    <pc:docChg chg="modSld">
      <pc:chgData name="Aaron Andrade" userId="S::aaron.andrade@ibm.com::f6ab82bd-0746-4adb-b54d-14f9e7e774a0" providerId="AD" clId="Web-{A683C9EF-ABC3-DE5E-9775-BAADAECF3D1A}" dt="2026-02-26T09:34:55.022" v="1" actId="20577"/>
      <pc:docMkLst>
        <pc:docMk/>
      </pc:docMkLst>
    </pc:docChg>
  </pc:docChgLst>
  <pc:docChgLst>
    <pc:chgData name="Aaron Andrade" userId="S::aaron.andrade@ibm.com::f6ab82bd-0746-4adb-b54d-14f9e7e774a0" providerId="AD" clId="Web-{4FB704BF-95AC-ABFB-389F-B9893C972B3B}"/>
    <pc:docChg chg="modSld">
      <pc:chgData name="Aaron Andrade" userId="S::aaron.andrade@ibm.com::f6ab82bd-0746-4adb-b54d-14f9e7e774a0" providerId="AD" clId="Web-{4FB704BF-95AC-ABFB-389F-B9893C972B3B}" dt="2026-02-25T14:08:55.058" v="66" actId="20577"/>
      <pc:docMkLst>
        <pc:docMk/>
      </pc:docMkLst>
      <pc:sldChg chg="modSp">
        <pc:chgData name="Aaron Andrade" userId="S::aaron.andrade@ibm.com::f6ab82bd-0746-4adb-b54d-14f9e7e774a0" providerId="AD" clId="Web-{4FB704BF-95AC-ABFB-389F-B9893C972B3B}" dt="2026-02-25T14:07:50.680" v="59"/>
        <pc:sldMkLst>
          <pc:docMk/>
          <pc:sldMk cId="2196651632" sldId="265"/>
        </pc:sldMkLst>
        <pc:graphicFrameChg chg="mod modGraphic">
          <ac:chgData name="Aaron Andrade" userId="S::aaron.andrade@ibm.com::f6ab82bd-0746-4adb-b54d-14f9e7e774a0" providerId="AD" clId="Web-{4FB704BF-95AC-ABFB-389F-B9893C972B3B}" dt="2026-02-25T14:07:50.680" v="59"/>
          <ac:graphicFrameMkLst>
            <pc:docMk/>
            <pc:sldMk cId="2196651632" sldId="265"/>
            <ac:graphicFrameMk id="4" creationId="{99AC3250-0D4B-3682-C366-AAC1AF216B36}"/>
          </ac:graphicFrameMkLst>
        </pc:graphicFrameChg>
      </pc:sldChg>
    </pc:docChg>
  </pc:docChgLst>
  <pc:docChgLst>
    <pc:chgData name="Aaron Andrade" userId="S::aaron.andrade@ibm.com::f6ab82bd-0746-4adb-b54d-14f9e7e774a0" providerId="AD" clId="Web-{B98388AB-2225-BDD4-95C0-635E2981C178}"/>
    <pc:docChg chg="modSld">
      <pc:chgData name="Aaron Andrade" userId="S::aaron.andrade@ibm.com::f6ab82bd-0746-4adb-b54d-14f9e7e774a0" providerId="AD" clId="Web-{B98388AB-2225-BDD4-95C0-635E2981C178}" dt="2026-02-26T09:27:57.566" v="95" actId="1076"/>
      <pc:docMkLst>
        <pc:docMk/>
      </pc:docMkLst>
      <pc:sldChg chg="modSp">
        <pc:chgData name="Aaron Andrade" userId="S::aaron.andrade@ibm.com::f6ab82bd-0746-4adb-b54d-14f9e7e774a0" providerId="AD" clId="Web-{B98388AB-2225-BDD4-95C0-635E2981C178}" dt="2026-02-26T09:07:09.231" v="27"/>
        <pc:sldMkLst>
          <pc:docMk/>
          <pc:sldMk cId="2196651632" sldId="265"/>
        </pc:sldMkLst>
        <pc:graphicFrameChg chg="mod modGraphic">
          <ac:chgData name="Aaron Andrade" userId="S::aaron.andrade@ibm.com::f6ab82bd-0746-4adb-b54d-14f9e7e774a0" providerId="AD" clId="Web-{B98388AB-2225-BDD4-95C0-635E2981C178}" dt="2026-02-26T09:07:09.231" v="27"/>
          <ac:graphicFrameMkLst>
            <pc:docMk/>
            <pc:sldMk cId="2196651632" sldId="265"/>
            <ac:graphicFrameMk id="4" creationId="{99AC3250-0D4B-3682-C366-AAC1AF216B36}"/>
          </ac:graphicFrameMkLst>
        </pc:graphicFrameChg>
      </pc:sldChg>
    </pc:docChg>
  </pc:docChgLst>
  <pc:docChgLst>
    <pc:chgData name="Aaron Andrade" userId="S::aaron.andrade@ibm.com::f6ab82bd-0746-4adb-b54d-14f9e7e774a0" providerId="AD" clId="Web-{5D7CC58D-BA66-6D6E-15CC-22EF8076B4E2}"/>
    <pc:docChg chg="delSld modSld sldOrd">
      <pc:chgData name="Aaron Andrade" userId="S::aaron.andrade@ibm.com::f6ab82bd-0746-4adb-b54d-14f9e7e774a0" providerId="AD" clId="Web-{5D7CC58D-BA66-6D6E-15CC-22EF8076B4E2}" dt="2026-02-22T14:40:44.798" v="1070" actId="20577"/>
      <pc:docMkLst>
        <pc:docMk/>
      </pc:docMkLst>
      <pc:sldChg chg="addSp modSp">
        <pc:chgData name="Aaron Andrade" userId="S::aaron.andrade@ibm.com::f6ab82bd-0746-4adb-b54d-14f9e7e774a0" providerId="AD" clId="Web-{5D7CC58D-BA66-6D6E-15CC-22EF8076B4E2}" dt="2026-02-22T14:29:59.646" v="714" actId="14100"/>
        <pc:sldMkLst>
          <pc:docMk/>
          <pc:sldMk cId="4073392979" sldId="260"/>
        </pc:sldMkLst>
        <pc:spChg chg="mod">
          <ac:chgData name="Aaron Andrade" userId="S::aaron.andrade@ibm.com::f6ab82bd-0746-4adb-b54d-14f9e7e774a0" providerId="AD" clId="Web-{5D7CC58D-BA66-6D6E-15CC-22EF8076B4E2}" dt="2026-02-22T14:27:00.778" v="656" actId="20577"/>
          <ac:spMkLst>
            <pc:docMk/>
            <pc:sldMk cId="4073392979" sldId="260"/>
            <ac:spMk id="2" creationId="{33DC109E-3B3D-5000-BE72-8D5BCAE7BA51}"/>
          </ac:spMkLst>
        </pc:spChg>
        <pc:spChg chg="add mod">
          <ac:chgData name="Aaron Andrade" userId="S::aaron.andrade@ibm.com::f6ab82bd-0746-4adb-b54d-14f9e7e774a0" providerId="AD" clId="Web-{5D7CC58D-BA66-6D6E-15CC-22EF8076B4E2}" dt="2026-02-22T14:29:59.646" v="714" actId="14100"/>
          <ac:spMkLst>
            <pc:docMk/>
            <pc:sldMk cId="4073392979" sldId="260"/>
            <ac:spMk id="3" creationId="{E73B0716-81FD-026C-9396-CDAF3EA0B59A}"/>
          </ac:spMkLst>
        </pc:spChg>
      </pc:sldChg>
      <pc:sldChg chg="modSp ord">
        <pc:chgData name="Aaron Andrade" userId="S::aaron.andrade@ibm.com::f6ab82bd-0746-4adb-b54d-14f9e7e774a0" providerId="AD" clId="Web-{5D7CC58D-BA66-6D6E-15CC-22EF8076B4E2}" dt="2026-02-22T14:29:21.832" v="700" actId="20577"/>
        <pc:sldMkLst>
          <pc:docMk/>
          <pc:sldMk cId="4049025668" sldId="263"/>
        </pc:sldMkLst>
        <pc:spChg chg="mod">
          <ac:chgData name="Aaron Andrade" userId="S::aaron.andrade@ibm.com::f6ab82bd-0746-4adb-b54d-14f9e7e774a0" providerId="AD" clId="Web-{5D7CC58D-BA66-6D6E-15CC-22EF8076B4E2}" dt="2026-02-22T14:29:21.832" v="700" actId="20577"/>
          <ac:spMkLst>
            <pc:docMk/>
            <pc:sldMk cId="4049025668" sldId="263"/>
            <ac:spMk id="2" creationId="{83F5B22C-B43C-511F-1F45-6C48C181EF96}"/>
          </ac:spMkLst>
        </pc:spChg>
      </pc:sldChg>
      <pc:sldChg chg="addSp modSp ord">
        <pc:chgData name="Aaron Andrade" userId="S::aaron.andrade@ibm.com::f6ab82bd-0746-4adb-b54d-14f9e7e774a0" providerId="AD" clId="Web-{5D7CC58D-BA66-6D6E-15CC-22EF8076B4E2}" dt="2026-02-22T14:27:20.201" v="660"/>
        <pc:sldMkLst>
          <pc:docMk/>
          <pc:sldMk cId="2196651632" sldId="265"/>
        </pc:sldMkLst>
        <pc:spChg chg="mod">
          <ac:chgData name="Aaron Andrade" userId="S::aaron.andrade@ibm.com::f6ab82bd-0746-4adb-b54d-14f9e7e774a0" providerId="AD" clId="Web-{5D7CC58D-BA66-6D6E-15CC-22EF8076B4E2}" dt="2026-02-22T14:24:31.128" v="505" actId="20577"/>
          <ac:spMkLst>
            <pc:docMk/>
            <pc:sldMk cId="2196651632" sldId="265"/>
            <ac:spMk id="2" creationId="{1F12DA70-692C-A1E5-F757-182B7088876D}"/>
          </ac:spMkLst>
        </pc:spChg>
        <pc:graphicFrameChg chg="add mod modGraphic">
          <ac:chgData name="Aaron Andrade" userId="S::aaron.andrade@ibm.com::f6ab82bd-0746-4adb-b54d-14f9e7e774a0" providerId="AD" clId="Web-{5D7CC58D-BA66-6D6E-15CC-22EF8076B4E2}" dt="2026-02-22T14:25:13.457" v="547"/>
          <ac:graphicFrameMkLst>
            <pc:docMk/>
            <pc:sldMk cId="2196651632" sldId="265"/>
            <ac:graphicFrameMk id="3" creationId="{0B444D05-52A5-932C-1EC8-28B0EA93307E}"/>
          </ac:graphicFrameMkLst>
        </pc:graphicFrameChg>
        <pc:graphicFrameChg chg="mod modGraphic">
          <ac:chgData name="Aaron Andrade" userId="S::aaron.andrade@ibm.com::f6ab82bd-0746-4adb-b54d-14f9e7e774a0" providerId="AD" clId="Web-{5D7CC58D-BA66-6D6E-15CC-22EF8076B4E2}" dt="2026-02-22T14:27:20.201" v="660"/>
          <ac:graphicFrameMkLst>
            <pc:docMk/>
            <pc:sldMk cId="2196651632" sldId="265"/>
            <ac:graphicFrameMk id="4" creationId="{99AC3250-0D4B-3682-C366-AAC1AF216B36}"/>
          </ac:graphicFrameMkLst>
        </pc:graphicFrameChg>
      </pc:sldChg>
      <pc:sldChg chg="addSp delSp modSp ord">
        <pc:chgData name="Aaron Andrade" userId="S::aaron.andrade@ibm.com::f6ab82bd-0746-4adb-b54d-14f9e7e774a0" providerId="AD" clId="Web-{5D7CC58D-BA66-6D6E-15CC-22EF8076B4E2}" dt="2026-02-22T14:34:52.887" v="936"/>
        <pc:sldMkLst>
          <pc:docMk/>
          <pc:sldMk cId="45935891" sldId="266"/>
        </pc:sldMkLst>
        <pc:spChg chg="mod">
          <ac:chgData name="Aaron Andrade" userId="S::aaron.andrade@ibm.com::f6ab82bd-0746-4adb-b54d-14f9e7e774a0" providerId="AD" clId="Web-{5D7CC58D-BA66-6D6E-15CC-22EF8076B4E2}" dt="2026-02-22T14:31:19.570" v="786" actId="20577"/>
          <ac:spMkLst>
            <pc:docMk/>
            <pc:sldMk cId="45935891" sldId="266"/>
            <ac:spMk id="2" creationId="{EF15457F-7BD8-FCA0-B77E-A33F9606C12B}"/>
          </ac:spMkLst>
        </pc:spChg>
        <pc:graphicFrameChg chg="add mod modGraphic">
          <ac:chgData name="Aaron Andrade" userId="S::aaron.andrade@ibm.com::f6ab82bd-0746-4adb-b54d-14f9e7e774a0" providerId="AD" clId="Web-{5D7CC58D-BA66-6D6E-15CC-22EF8076B4E2}" dt="2026-02-22T14:34:52.887" v="936"/>
          <ac:graphicFrameMkLst>
            <pc:docMk/>
            <pc:sldMk cId="45935891" sldId="266"/>
            <ac:graphicFrameMk id="6" creationId="{6DCC38DE-8805-7D58-466D-BBB333A4B1F5}"/>
          </ac:graphicFrameMkLst>
        </pc:graphicFrameChg>
        <pc:graphicFrameChg chg="add mod modGraphic">
          <ac:chgData name="Aaron Andrade" userId="S::aaron.andrade@ibm.com::f6ab82bd-0746-4adb-b54d-14f9e7e774a0" providerId="AD" clId="Web-{5D7CC58D-BA66-6D6E-15CC-22EF8076B4E2}" dt="2026-02-22T14:33:28.120" v="840" actId="1076"/>
          <ac:graphicFrameMkLst>
            <pc:docMk/>
            <pc:sldMk cId="45935891" sldId="266"/>
            <ac:graphicFrameMk id="7" creationId="{02333875-8654-1173-9F5E-F9088F3F5E9D}"/>
          </ac:graphicFrameMkLst>
        </pc:graphicFrameChg>
      </pc:sldChg>
      <pc:sldChg chg="addSp delSp modSp ord">
        <pc:chgData name="Aaron Andrade" userId="S::aaron.andrade@ibm.com::f6ab82bd-0746-4adb-b54d-14f9e7e774a0" providerId="AD" clId="Web-{5D7CC58D-BA66-6D6E-15CC-22EF8076B4E2}" dt="2026-02-22T14:30:59.148" v="780"/>
        <pc:sldMkLst>
          <pc:docMk/>
          <pc:sldMk cId="1230044364" sldId="267"/>
        </pc:sldMkLst>
        <pc:spChg chg="mod">
          <ac:chgData name="Aaron Andrade" userId="S::aaron.andrade@ibm.com::f6ab82bd-0746-4adb-b54d-14f9e7e774a0" providerId="AD" clId="Web-{5D7CC58D-BA66-6D6E-15CC-22EF8076B4E2}" dt="2026-02-22T14:26:54.230" v="654" actId="20577"/>
          <ac:spMkLst>
            <pc:docMk/>
            <pc:sldMk cId="1230044364" sldId="267"/>
            <ac:spMk id="2" creationId="{A5590A41-8131-78A4-7125-B7839DD7CC2C}"/>
          </ac:spMkLst>
        </pc:spChg>
        <pc:graphicFrameChg chg="add mod modGraphic">
          <ac:chgData name="Aaron Andrade" userId="S::aaron.andrade@ibm.com::f6ab82bd-0746-4adb-b54d-14f9e7e774a0" providerId="AD" clId="Web-{5D7CC58D-BA66-6D6E-15CC-22EF8076B4E2}" dt="2026-02-22T14:30:59.148" v="780"/>
          <ac:graphicFrameMkLst>
            <pc:docMk/>
            <pc:sldMk cId="1230044364" sldId="267"/>
            <ac:graphicFrameMk id="6" creationId="{15A15162-09F0-667C-76D3-DF300AD824EC}"/>
          </ac:graphicFrameMkLst>
        </pc:graphicFrameChg>
      </pc:sldChg>
    </pc:docChg>
  </pc:docChgLst>
  <pc:docChgLst>
    <pc:chgData name="Aaron Andrade" userId="S::aaron.andrade@ibm.com::f6ab82bd-0746-4adb-b54d-14f9e7e774a0" providerId="AD" clId="Web-{CEAAFACA-F973-3BFD-8725-FDB0932C4761}"/>
    <pc:docChg chg="modSld">
      <pc:chgData name="Aaron Andrade" userId="S::aaron.andrade@ibm.com::f6ab82bd-0746-4adb-b54d-14f9e7e774a0" providerId="AD" clId="Web-{CEAAFACA-F973-3BFD-8725-FDB0932C4761}" dt="2026-02-18T10:08:14.203" v="99" actId="20577"/>
      <pc:docMkLst>
        <pc:docMk/>
      </pc:docMkLst>
    </pc:docChg>
  </pc:docChgLst>
  <pc:docChgLst>
    <pc:chgData name="Aaron Andrade" userId="S::aaron.andrade@ibm.com::f6ab82bd-0746-4adb-b54d-14f9e7e774a0" providerId="AD" clId="Web-{DA3B91C2-26D1-DF75-019F-B4E7EC812C1B}"/>
    <pc:docChg chg="modSld">
      <pc:chgData name="Aaron Andrade" userId="S::aaron.andrade@ibm.com::f6ab82bd-0746-4adb-b54d-14f9e7e774a0" providerId="AD" clId="Web-{DA3B91C2-26D1-DF75-019F-B4E7EC812C1B}" dt="2026-03-03T14:41:19.657" v="2"/>
      <pc:docMkLst>
        <pc:docMk/>
      </pc:docMkLst>
      <pc:sldChg chg="addSp delSp modSp">
        <pc:chgData name="Aaron Andrade" userId="S::aaron.andrade@ibm.com::f6ab82bd-0746-4adb-b54d-14f9e7e774a0" providerId="AD" clId="Web-{DA3B91C2-26D1-DF75-019F-B4E7EC812C1B}" dt="2026-03-03T14:41:19.657" v="2"/>
        <pc:sldMkLst>
          <pc:docMk/>
          <pc:sldMk cId="4261761279" sldId="275"/>
        </pc:sldMkLst>
        <pc:picChg chg="add del mod">
          <ac:chgData name="Aaron Andrade" userId="S::aaron.andrade@ibm.com::f6ab82bd-0746-4adb-b54d-14f9e7e774a0" providerId="AD" clId="Web-{DA3B91C2-26D1-DF75-019F-B4E7EC812C1B}" dt="2026-03-03T14:41:19.657" v="2"/>
          <ac:picMkLst>
            <pc:docMk/>
            <pc:sldMk cId="4261761279" sldId="275"/>
            <ac:picMk id="4" creationId="{B0FE17F1-C3FA-3D8A-012C-A524C372D5A9}"/>
          </ac:picMkLst>
        </pc:picChg>
      </pc:sldChg>
    </pc:docChg>
  </pc:docChgLst>
  <pc:docChgLst>
    <pc:chgData name="Aaron Andrade" userId="S::aaron.andrade@ibm.com::f6ab82bd-0746-4adb-b54d-14f9e7e774a0" providerId="AD" clId="Web-{BEF7F362-B4F4-EBC9-40CC-7AC754178209}"/>
    <pc:docChg chg="modSld">
      <pc:chgData name="Aaron Andrade" userId="S::aaron.andrade@ibm.com::f6ab82bd-0746-4adb-b54d-14f9e7e774a0" providerId="AD" clId="Web-{BEF7F362-B4F4-EBC9-40CC-7AC754178209}" dt="2026-02-19T08:13:29.235" v="315" actId="20577"/>
      <pc:docMkLst>
        <pc:docMk/>
      </pc:docMkLst>
    </pc:docChg>
  </pc:docChgLst>
  <pc:docChgLst>
    <pc:chgData name="Aaron Andrade" userId="S::aaron.andrade@ibm.com::f6ab82bd-0746-4adb-b54d-14f9e7e774a0" providerId="AD" clId="Web-{47036774-BEE4-98FA-32B7-3837B36D7EBD}"/>
    <pc:docChg chg="modSld">
      <pc:chgData name="Aaron Andrade" userId="S::aaron.andrade@ibm.com::f6ab82bd-0746-4adb-b54d-14f9e7e774a0" providerId="AD" clId="Web-{47036774-BEE4-98FA-32B7-3837B36D7EBD}" dt="2026-02-19T13:19:34.704" v="97" actId="20577"/>
      <pc:docMkLst>
        <pc:docMk/>
      </pc:docMkLst>
    </pc:docChg>
  </pc:docChgLst>
  <pc:docChgLst>
    <pc:chgData name="Maurice Haghighi Pajouh" userId="092cc9d1-7598-4713-831a-52d09f4d3d52" providerId="ADAL" clId="{19C410B3-F811-5142-B48E-5C1EA0087195}"/>
    <pc:docChg chg="undo redo custSel addSld delSld modSld sldOrd addSection modSection">
      <pc:chgData name="Maurice Haghighi Pajouh" userId="092cc9d1-7598-4713-831a-52d09f4d3d52" providerId="ADAL" clId="{19C410B3-F811-5142-B48E-5C1EA0087195}" dt="2026-03-04T10:09:00.755" v="20131" actId="20577"/>
      <pc:docMkLst>
        <pc:docMk/>
      </pc:docMkLst>
      <pc:sldChg chg="addSp delSp modSp add mod setBg">
        <pc:chgData name="Maurice Haghighi Pajouh" userId="092cc9d1-7598-4713-831a-52d09f4d3d52" providerId="ADAL" clId="{19C410B3-F811-5142-B48E-5C1EA0087195}" dt="2026-02-18T15:35:37.307" v="8343" actId="20577"/>
        <pc:sldMkLst>
          <pc:docMk/>
          <pc:sldMk cId="4073392979" sldId="260"/>
        </pc:sldMkLst>
        <pc:spChg chg="mod">
          <ac:chgData name="Maurice Haghighi Pajouh" userId="092cc9d1-7598-4713-831a-52d09f4d3d52" providerId="ADAL" clId="{19C410B3-F811-5142-B48E-5C1EA0087195}" dt="2026-02-18T15:35:37.307" v="8343" actId="20577"/>
          <ac:spMkLst>
            <pc:docMk/>
            <pc:sldMk cId="4073392979" sldId="260"/>
            <ac:spMk id="2" creationId="{33DC109E-3B3D-5000-BE72-8D5BCAE7BA51}"/>
          </ac:spMkLst>
        </pc:spChg>
      </pc:sldChg>
      <pc:sldChg chg="modSp del mod ord modNotesTx">
        <pc:chgData name="Maurice Haghighi Pajouh" userId="092cc9d1-7598-4713-831a-52d09f4d3d52" providerId="ADAL" clId="{19C410B3-F811-5142-B48E-5C1EA0087195}" dt="2026-03-03T10:57:09.261" v="15054" actId="2696"/>
        <pc:sldMkLst>
          <pc:docMk/>
          <pc:sldMk cId="3834207737" sldId="261"/>
        </pc:sldMkLst>
      </pc:sldChg>
      <pc:sldChg chg="addSp delSp modSp add mod ord">
        <pc:chgData name="Maurice Haghighi Pajouh" userId="092cc9d1-7598-4713-831a-52d09f4d3d52" providerId="ADAL" clId="{19C410B3-F811-5142-B48E-5C1EA0087195}" dt="2026-02-26T09:10:09.815" v="10369" actId="20578"/>
        <pc:sldMkLst>
          <pc:docMk/>
          <pc:sldMk cId="4049025668" sldId="263"/>
        </pc:sldMkLst>
        <pc:spChg chg="mod">
          <ac:chgData name="Maurice Haghighi Pajouh" userId="092cc9d1-7598-4713-831a-52d09f4d3d52" providerId="ADAL" clId="{19C410B3-F811-5142-B48E-5C1EA0087195}" dt="2026-02-19T13:19:38.212" v="8468" actId="20577"/>
          <ac:spMkLst>
            <pc:docMk/>
            <pc:sldMk cId="4049025668" sldId="263"/>
            <ac:spMk id="2" creationId="{83F5B22C-B43C-511F-1F45-6C48C181EF96}"/>
          </ac:spMkLst>
        </pc:spChg>
        <pc:graphicFrameChg chg="add mod modGraphic">
          <ac:chgData name="Maurice Haghighi Pajouh" userId="092cc9d1-7598-4713-831a-52d09f4d3d52" providerId="ADAL" clId="{19C410B3-F811-5142-B48E-5C1EA0087195}" dt="2026-02-25T18:22:10.323" v="10216" actId="20577"/>
          <ac:graphicFrameMkLst>
            <pc:docMk/>
            <pc:sldMk cId="4049025668" sldId="263"/>
            <ac:graphicFrameMk id="4" creationId="{C8F1E45E-8594-1E76-772C-D39425FD8638}"/>
          </ac:graphicFrameMkLst>
        </pc:graphicFrameChg>
      </pc:sldChg>
      <pc:sldChg chg="modSp add mod ord">
        <pc:chgData name="Maurice Haghighi Pajouh" userId="092cc9d1-7598-4713-831a-52d09f4d3d52" providerId="ADAL" clId="{19C410B3-F811-5142-B48E-5C1EA0087195}" dt="2026-03-03T13:43:25.780" v="18511" actId="20578"/>
        <pc:sldMkLst>
          <pc:docMk/>
          <pc:sldMk cId="1018734375" sldId="264"/>
        </pc:sldMkLst>
        <pc:graphicFrameChg chg="modGraphic">
          <ac:chgData name="Maurice Haghighi Pajouh" userId="092cc9d1-7598-4713-831a-52d09f4d3d52" providerId="ADAL" clId="{19C410B3-F811-5142-B48E-5C1EA0087195}" dt="2026-03-03T10:59:34.774" v="15203" actId="20577"/>
          <ac:graphicFrameMkLst>
            <pc:docMk/>
            <pc:sldMk cId="1018734375" sldId="264"/>
            <ac:graphicFrameMk id="4" creationId="{CA008FC3-0167-51C4-31BE-0D4EFB88CAAE}"/>
          </ac:graphicFrameMkLst>
        </pc:graphicFrameChg>
      </pc:sldChg>
      <pc:sldChg chg="addSp delSp modSp add mod">
        <pc:chgData name="Maurice Haghighi Pajouh" userId="092cc9d1-7598-4713-831a-52d09f4d3d52" providerId="ADAL" clId="{19C410B3-F811-5142-B48E-5C1EA0087195}" dt="2026-02-25T18:23:40.478" v="10368" actId="20577"/>
        <pc:sldMkLst>
          <pc:docMk/>
          <pc:sldMk cId="2196651632" sldId="265"/>
        </pc:sldMkLst>
        <pc:graphicFrameChg chg="modGraphic">
          <ac:chgData name="Maurice Haghighi Pajouh" userId="092cc9d1-7598-4713-831a-52d09f4d3d52" providerId="ADAL" clId="{19C410B3-F811-5142-B48E-5C1EA0087195}" dt="2026-02-25T18:23:40.478" v="10368" actId="20577"/>
          <ac:graphicFrameMkLst>
            <pc:docMk/>
            <pc:sldMk cId="2196651632" sldId="265"/>
            <ac:graphicFrameMk id="3" creationId="{0B444D05-52A5-932C-1EC8-28B0EA93307E}"/>
          </ac:graphicFrameMkLst>
        </pc:graphicFrameChg>
        <pc:graphicFrameChg chg="add mod modGraphic">
          <ac:chgData name="Maurice Haghighi Pajouh" userId="092cc9d1-7598-4713-831a-52d09f4d3d52" providerId="ADAL" clId="{19C410B3-F811-5142-B48E-5C1EA0087195}" dt="2026-02-20T13:54:07.291" v="8751" actId="1076"/>
          <ac:graphicFrameMkLst>
            <pc:docMk/>
            <pc:sldMk cId="2196651632" sldId="265"/>
            <ac:graphicFrameMk id="4" creationId="{99AC3250-0D4B-3682-C366-AAC1AF216B36}"/>
          </ac:graphicFrameMkLst>
        </pc:graphicFrameChg>
      </pc:sldChg>
      <pc:sldChg chg="modSp add mod">
        <pc:chgData name="Maurice Haghighi Pajouh" userId="092cc9d1-7598-4713-831a-52d09f4d3d52" providerId="ADAL" clId="{19C410B3-F811-5142-B48E-5C1EA0087195}" dt="2026-02-25T14:03:46.802" v="8752" actId="20577"/>
        <pc:sldMkLst>
          <pc:docMk/>
          <pc:sldMk cId="45935891" sldId="266"/>
        </pc:sldMkLst>
        <pc:graphicFrameChg chg="modGraphic">
          <ac:chgData name="Maurice Haghighi Pajouh" userId="092cc9d1-7598-4713-831a-52d09f4d3d52" providerId="ADAL" clId="{19C410B3-F811-5142-B48E-5C1EA0087195}" dt="2026-02-25T14:03:46.802" v="8752" actId="20577"/>
          <ac:graphicFrameMkLst>
            <pc:docMk/>
            <pc:sldMk cId="45935891" sldId="266"/>
            <ac:graphicFrameMk id="6" creationId="{6DCC38DE-8805-7D58-466D-BBB333A4B1F5}"/>
          </ac:graphicFrameMkLst>
        </pc:graphicFrameChg>
      </pc:sldChg>
      <pc:sldChg chg="modSp add mod">
        <pc:chgData name="Maurice Haghighi Pajouh" userId="092cc9d1-7598-4713-831a-52d09f4d3d52" providerId="ADAL" clId="{19C410B3-F811-5142-B48E-5C1EA0087195}" dt="2026-02-25T18:12:35.542" v="9728" actId="20577"/>
        <pc:sldMkLst>
          <pc:docMk/>
          <pc:sldMk cId="1230044364" sldId="267"/>
        </pc:sldMkLst>
        <pc:graphicFrameChg chg="modGraphic">
          <ac:chgData name="Maurice Haghighi Pajouh" userId="092cc9d1-7598-4713-831a-52d09f4d3d52" providerId="ADAL" clId="{19C410B3-F811-5142-B48E-5C1EA0087195}" dt="2026-02-25T18:12:35.542" v="9728" actId="20577"/>
          <ac:graphicFrameMkLst>
            <pc:docMk/>
            <pc:sldMk cId="1230044364" sldId="267"/>
            <ac:graphicFrameMk id="6" creationId="{15A15162-09F0-667C-76D3-DF300AD824EC}"/>
          </ac:graphicFrameMkLst>
        </pc:graphicFrameChg>
      </pc:sldChg>
      <pc:sldChg chg="addSp modSp add mod">
        <pc:chgData name="Maurice Haghighi Pajouh" userId="092cc9d1-7598-4713-831a-52d09f4d3d52" providerId="ADAL" clId="{19C410B3-F811-5142-B48E-5C1EA0087195}" dt="2026-03-04T10:08:44.279" v="20111" actId="20577"/>
        <pc:sldMkLst>
          <pc:docMk/>
          <pc:sldMk cId="962981401" sldId="269"/>
        </pc:sldMkLst>
        <pc:spChg chg="mod">
          <ac:chgData name="Maurice Haghighi Pajouh" userId="092cc9d1-7598-4713-831a-52d09f4d3d52" providerId="ADAL" clId="{19C410B3-F811-5142-B48E-5C1EA0087195}" dt="2026-03-04T10:08:44.279" v="20111" actId="20577"/>
          <ac:spMkLst>
            <pc:docMk/>
            <pc:sldMk cId="962981401" sldId="269"/>
            <ac:spMk id="2" creationId="{EC219DCF-1F3F-E04E-1B38-5439DBDBCF60}"/>
          </ac:spMkLst>
        </pc:spChg>
        <pc:spChg chg="mod">
          <ac:chgData name="Maurice Haghighi Pajouh" userId="092cc9d1-7598-4713-831a-52d09f4d3d52" providerId="ADAL" clId="{19C410B3-F811-5142-B48E-5C1EA0087195}" dt="2026-03-04T10:08:40.007" v="20109" actId="20577"/>
          <ac:spMkLst>
            <pc:docMk/>
            <pc:sldMk cId="962981401" sldId="269"/>
            <ac:spMk id="3" creationId="{D270B9ED-306F-21E9-D0D7-17B3B6211025}"/>
          </ac:spMkLst>
        </pc:spChg>
        <pc:spChg chg="add mod">
          <ac:chgData name="Maurice Haghighi Pajouh" userId="092cc9d1-7598-4713-831a-52d09f4d3d52" providerId="ADAL" clId="{19C410B3-F811-5142-B48E-5C1EA0087195}" dt="2026-03-04T10:08:08.478" v="19982" actId="1076"/>
          <ac:spMkLst>
            <pc:docMk/>
            <pc:sldMk cId="962981401" sldId="269"/>
            <ac:spMk id="4" creationId="{8ACA86B6-4586-A611-E49F-A886889996DB}"/>
          </ac:spMkLst>
        </pc:spChg>
      </pc:sldChg>
      <pc:sldChg chg="modSp add del mod ord modShow">
        <pc:chgData name="Maurice Haghighi Pajouh" userId="092cc9d1-7598-4713-831a-52d09f4d3d52" providerId="ADAL" clId="{19C410B3-F811-5142-B48E-5C1EA0087195}" dt="2026-03-04T10:05:59.478" v="19676" actId="2696"/>
        <pc:sldMkLst>
          <pc:docMk/>
          <pc:sldMk cId="3128270204" sldId="270"/>
        </pc:sldMkLst>
      </pc:sldChg>
      <pc:sldChg chg="addSp modSp add del mod modShow">
        <pc:chgData name="Maurice Haghighi Pajouh" userId="092cc9d1-7598-4713-831a-52d09f4d3d52" providerId="ADAL" clId="{19C410B3-F811-5142-B48E-5C1EA0087195}" dt="2026-03-04T10:06:01.633" v="19677" actId="2696"/>
        <pc:sldMkLst>
          <pc:docMk/>
          <pc:sldMk cId="1149693210" sldId="272"/>
        </pc:sldMkLst>
        <pc:spChg chg="mod">
          <ac:chgData name="Maurice Haghighi Pajouh" userId="092cc9d1-7598-4713-831a-52d09f4d3d52" providerId="ADAL" clId="{19C410B3-F811-5142-B48E-5C1EA0087195}" dt="2026-03-03T14:25:38.901" v="18751" actId="20577"/>
          <ac:spMkLst>
            <pc:docMk/>
            <pc:sldMk cId="1149693210" sldId="272"/>
            <ac:spMk id="3" creationId="{54EC5896-EAD2-7BB1-FB03-9224F8256687}"/>
          </ac:spMkLst>
        </pc:spChg>
        <pc:spChg chg="add mod">
          <ac:chgData name="Maurice Haghighi Pajouh" userId="092cc9d1-7598-4713-831a-52d09f4d3d52" providerId="ADAL" clId="{19C410B3-F811-5142-B48E-5C1EA0087195}" dt="2026-03-03T14:33:29.553" v="18915" actId="20577"/>
          <ac:spMkLst>
            <pc:docMk/>
            <pc:sldMk cId="1149693210" sldId="272"/>
            <ac:spMk id="4" creationId="{AB6DA8B9-C723-54E6-90E2-332AF735EF6F}"/>
          </ac:spMkLst>
        </pc:spChg>
      </pc:sldChg>
      <pc:sldChg chg="addSp modSp add mod ord">
        <pc:chgData name="Maurice Haghighi Pajouh" userId="092cc9d1-7598-4713-831a-52d09f4d3d52" providerId="ADAL" clId="{19C410B3-F811-5142-B48E-5C1EA0087195}" dt="2026-03-04T10:09:00.755" v="20131" actId="20577"/>
        <pc:sldMkLst>
          <pc:docMk/>
          <pc:sldMk cId="407079184" sldId="273"/>
        </pc:sldMkLst>
        <pc:spChg chg="mod">
          <ac:chgData name="Maurice Haghighi Pajouh" userId="092cc9d1-7598-4713-831a-52d09f4d3d52" providerId="ADAL" clId="{19C410B3-F811-5142-B48E-5C1EA0087195}" dt="2026-03-04T10:09:00.755" v="20131" actId="20577"/>
          <ac:spMkLst>
            <pc:docMk/>
            <pc:sldMk cId="407079184" sldId="273"/>
            <ac:spMk id="2" creationId="{ED72FFC4-202B-A8B2-9D86-FF5088C04D1D}"/>
          </ac:spMkLst>
        </pc:spChg>
        <pc:spChg chg="mod">
          <ac:chgData name="Maurice Haghighi Pajouh" userId="092cc9d1-7598-4713-831a-52d09f4d3d52" providerId="ADAL" clId="{19C410B3-F811-5142-B48E-5C1EA0087195}" dt="2026-03-03T14:37:52.771" v="18929" actId="20577"/>
          <ac:spMkLst>
            <pc:docMk/>
            <pc:sldMk cId="407079184" sldId="273"/>
            <ac:spMk id="3" creationId="{E9BE82A7-E961-BF01-EDA4-5532F2966D9B}"/>
          </ac:spMkLst>
        </pc:spChg>
        <pc:spChg chg="add mod">
          <ac:chgData name="Maurice Haghighi Pajouh" userId="092cc9d1-7598-4713-831a-52d09f4d3d52" providerId="ADAL" clId="{19C410B3-F811-5142-B48E-5C1EA0087195}" dt="2026-03-03T14:24:48.541" v="18746" actId="14100"/>
          <ac:spMkLst>
            <pc:docMk/>
            <pc:sldMk cId="407079184" sldId="273"/>
            <ac:spMk id="4" creationId="{1BD798C9-56FA-C21F-B38D-95A548E1595E}"/>
          </ac:spMkLst>
        </pc:spChg>
      </pc:sldChg>
      <pc:sldChg chg="addSp modSp add mod ord">
        <pc:chgData name="Maurice Haghighi Pajouh" userId="092cc9d1-7598-4713-831a-52d09f4d3d52" providerId="ADAL" clId="{19C410B3-F811-5142-B48E-5C1EA0087195}" dt="2026-03-04T10:08:54.480" v="20129" actId="20577"/>
        <pc:sldMkLst>
          <pc:docMk/>
          <pc:sldMk cId="1118513931" sldId="274"/>
        </pc:sldMkLst>
        <pc:spChg chg="mod">
          <ac:chgData name="Maurice Haghighi Pajouh" userId="092cc9d1-7598-4713-831a-52d09f4d3d52" providerId="ADAL" clId="{19C410B3-F811-5142-B48E-5C1EA0087195}" dt="2026-03-04T10:08:50.413" v="20117" actId="20577"/>
          <ac:spMkLst>
            <pc:docMk/>
            <pc:sldMk cId="1118513931" sldId="274"/>
            <ac:spMk id="2" creationId="{C4E4F56B-A9C0-33B3-90C5-AACC2137BCA0}"/>
          </ac:spMkLst>
        </pc:spChg>
        <pc:spChg chg="mod">
          <ac:chgData name="Maurice Haghighi Pajouh" userId="092cc9d1-7598-4713-831a-52d09f4d3d52" providerId="ADAL" clId="{19C410B3-F811-5142-B48E-5C1EA0087195}" dt="2026-03-04T10:08:54.480" v="20129" actId="20577"/>
          <ac:spMkLst>
            <pc:docMk/>
            <pc:sldMk cId="1118513931" sldId="274"/>
            <ac:spMk id="3" creationId="{1318D498-DD51-C2E6-7B26-4561E20BD5C8}"/>
          </ac:spMkLst>
        </pc:spChg>
        <pc:spChg chg="add mod">
          <ac:chgData name="Maurice Haghighi Pajouh" userId="092cc9d1-7598-4713-831a-52d09f4d3d52" providerId="ADAL" clId="{19C410B3-F811-5142-B48E-5C1EA0087195}" dt="2026-03-03T14:29:43.807" v="18824" actId="20577"/>
          <ac:spMkLst>
            <pc:docMk/>
            <pc:sldMk cId="1118513931" sldId="274"/>
            <ac:spMk id="4" creationId="{69C47B8E-D7BC-600F-144D-F7DA00751365}"/>
          </ac:spMkLst>
        </pc:spChg>
      </pc:sldChg>
      <pc:sldChg chg="addSp delSp modSp add mod">
        <pc:chgData name="Maurice Haghighi Pajouh" userId="092cc9d1-7598-4713-831a-52d09f4d3d52" providerId="ADAL" clId="{19C410B3-F811-5142-B48E-5C1EA0087195}" dt="2026-03-03T14:42:01.812" v="18970" actId="20577"/>
        <pc:sldMkLst>
          <pc:docMk/>
          <pc:sldMk cId="4261761279" sldId="275"/>
        </pc:sldMkLst>
        <pc:spChg chg="mod">
          <ac:chgData name="Maurice Haghighi Pajouh" userId="092cc9d1-7598-4713-831a-52d09f4d3d52" providerId="ADAL" clId="{19C410B3-F811-5142-B48E-5C1EA0087195}" dt="2026-03-03T10:38:54.186" v="13053" actId="20577"/>
          <ac:spMkLst>
            <pc:docMk/>
            <pc:sldMk cId="4261761279" sldId="275"/>
            <ac:spMk id="2" creationId="{9D675A29-7878-854C-138B-207BE1194F1E}"/>
          </ac:spMkLst>
        </pc:spChg>
        <pc:spChg chg="mod">
          <ac:chgData name="Maurice Haghighi Pajouh" userId="092cc9d1-7598-4713-831a-52d09f4d3d52" providerId="ADAL" clId="{19C410B3-F811-5142-B48E-5C1EA0087195}" dt="2026-03-03T10:39:01.192" v="13074" actId="20577"/>
          <ac:spMkLst>
            <pc:docMk/>
            <pc:sldMk cId="4261761279" sldId="275"/>
            <ac:spMk id="3" creationId="{0543CAE5-6E6D-52B7-80F1-C75589B7F3BD}"/>
          </ac:spMkLst>
        </pc:spChg>
        <pc:spChg chg="del">
          <ac:chgData name="Maurice Haghighi Pajouh" userId="092cc9d1-7598-4713-831a-52d09f4d3d52" providerId="ADAL" clId="{19C410B3-F811-5142-B48E-5C1EA0087195}" dt="2026-03-03T14:39:36.830" v="18956" actId="478"/>
          <ac:spMkLst>
            <pc:docMk/>
            <pc:sldMk cId="4261761279" sldId="275"/>
            <ac:spMk id="12" creationId="{930EC797-5079-0349-B44C-F595E7369EC1}"/>
          </ac:spMkLst>
        </pc:spChg>
        <pc:spChg chg="mod">
          <ac:chgData name="Maurice Haghighi Pajouh" userId="092cc9d1-7598-4713-831a-52d09f4d3d52" providerId="ADAL" clId="{19C410B3-F811-5142-B48E-5C1EA0087195}" dt="2026-03-03T14:42:01.812" v="18970" actId="20577"/>
          <ac:spMkLst>
            <pc:docMk/>
            <pc:sldMk cId="4261761279" sldId="275"/>
            <ac:spMk id="14" creationId="{EEA61DB0-A3B2-3CCA-4E59-393ADF5E89F6}"/>
          </ac:spMkLst>
        </pc:spChg>
        <pc:picChg chg="mod">
          <ac:chgData name="Maurice Haghighi Pajouh" userId="092cc9d1-7598-4713-831a-52d09f4d3d52" providerId="ADAL" clId="{19C410B3-F811-5142-B48E-5C1EA0087195}" dt="2026-03-03T14:41:44.449" v="18959" actId="1076"/>
          <ac:picMkLst>
            <pc:docMk/>
            <pc:sldMk cId="4261761279" sldId="275"/>
            <ac:picMk id="4" creationId="{B0FE17F1-C3FA-3D8A-012C-A524C372D5A9}"/>
          </ac:picMkLst>
        </pc:picChg>
        <pc:picChg chg="add mod">
          <ac:chgData name="Maurice Haghighi Pajouh" userId="092cc9d1-7598-4713-831a-52d09f4d3d52" providerId="ADAL" clId="{19C410B3-F811-5142-B48E-5C1EA0087195}" dt="2026-03-03T13:09:28.519" v="15231" actId="1076"/>
          <ac:picMkLst>
            <pc:docMk/>
            <pc:sldMk cId="4261761279" sldId="275"/>
            <ac:picMk id="5" creationId="{7E94D043-EADA-481B-1CAF-780382E751FD}"/>
          </ac:picMkLst>
        </pc:picChg>
        <pc:picChg chg="add mod">
          <ac:chgData name="Maurice Haghighi Pajouh" userId="092cc9d1-7598-4713-831a-52d09f4d3d52" providerId="ADAL" clId="{19C410B3-F811-5142-B48E-5C1EA0087195}" dt="2026-03-03T13:09:23.951" v="15230" actId="1076"/>
          <ac:picMkLst>
            <pc:docMk/>
            <pc:sldMk cId="4261761279" sldId="275"/>
            <ac:picMk id="7" creationId="{4C3B6279-BD57-20A6-6B20-B8588EEE91C4}"/>
          </ac:picMkLst>
        </pc:picChg>
        <pc:picChg chg="add mod">
          <ac:chgData name="Maurice Haghighi Pajouh" userId="092cc9d1-7598-4713-831a-52d09f4d3d52" providerId="ADAL" clId="{19C410B3-F811-5142-B48E-5C1EA0087195}" dt="2026-03-03T13:09:19.858" v="15229" actId="1076"/>
          <ac:picMkLst>
            <pc:docMk/>
            <pc:sldMk cId="4261761279" sldId="275"/>
            <ac:picMk id="10" creationId="{9F1F6064-6692-1FB3-2561-02C9D24477B2}"/>
          </ac:picMkLst>
        </pc:picChg>
      </pc:sldChg>
      <pc:sldChg chg="modSp add del mod">
        <pc:chgData name="Maurice Haghighi Pajouh" userId="092cc9d1-7598-4713-831a-52d09f4d3d52" providerId="ADAL" clId="{19C410B3-F811-5142-B48E-5C1EA0087195}" dt="2026-03-03T13:42:56.245" v="18506" actId="2696"/>
        <pc:sldMkLst>
          <pc:docMk/>
          <pc:sldMk cId="383061533" sldId="276"/>
        </pc:sldMkLst>
        <pc:spChg chg="mod">
          <ac:chgData name="Maurice Haghighi Pajouh" userId="092cc9d1-7598-4713-831a-52d09f4d3d52" providerId="ADAL" clId="{19C410B3-F811-5142-B48E-5C1EA0087195}" dt="2026-03-03T10:39:12.160" v="13095" actId="20577"/>
          <ac:spMkLst>
            <pc:docMk/>
            <pc:sldMk cId="383061533" sldId="276"/>
            <ac:spMk id="2" creationId="{FA3A1B92-17C7-36B3-856E-8B2AC13EEEEF}"/>
          </ac:spMkLst>
        </pc:spChg>
        <pc:spChg chg="mod">
          <ac:chgData name="Maurice Haghighi Pajouh" userId="092cc9d1-7598-4713-831a-52d09f4d3d52" providerId="ADAL" clId="{19C410B3-F811-5142-B48E-5C1EA0087195}" dt="2026-03-03T10:39:13.796" v="13098" actId="20577"/>
          <ac:spMkLst>
            <pc:docMk/>
            <pc:sldMk cId="383061533" sldId="276"/>
            <ac:spMk id="3" creationId="{7C6630C6-E426-89CE-1145-3562C0D5A2B1}"/>
          </ac:spMkLst>
        </pc:spChg>
      </pc:sldChg>
      <pc:sldChg chg="modSp add mod setBg">
        <pc:chgData name="Maurice Haghighi Pajouh" userId="092cc9d1-7598-4713-831a-52d09f4d3d52" providerId="ADAL" clId="{19C410B3-F811-5142-B48E-5C1EA0087195}" dt="2026-03-03T14:46:13.920" v="18977" actId="20577"/>
        <pc:sldMkLst>
          <pc:docMk/>
          <pc:sldMk cId="1521696607" sldId="316"/>
        </pc:sldMkLst>
        <pc:spChg chg="mod">
          <ac:chgData name="Maurice Haghighi Pajouh" userId="092cc9d1-7598-4713-831a-52d09f4d3d52" providerId="ADAL" clId="{19C410B3-F811-5142-B48E-5C1EA0087195}" dt="2026-03-03T13:15:36.254" v="15466" actId="2711"/>
          <ac:spMkLst>
            <pc:docMk/>
            <pc:sldMk cId="1521696607" sldId="316"/>
            <ac:spMk id="78" creationId="{75425AA0-606B-EDC4-F505-B158F5416988}"/>
          </ac:spMkLst>
        </pc:spChg>
        <pc:spChg chg="mod">
          <ac:chgData name="Maurice Haghighi Pajouh" userId="092cc9d1-7598-4713-831a-52d09f4d3d52" providerId="ADAL" clId="{19C410B3-F811-5142-B48E-5C1EA0087195}" dt="2026-03-03T13:15:36.254" v="15466" actId="2711"/>
          <ac:spMkLst>
            <pc:docMk/>
            <pc:sldMk cId="1521696607" sldId="316"/>
            <ac:spMk id="83" creationId="{B9B87045-5F4E-E55C-4C15-B1A63C4350F2}"/>
          </ac:spMkLst>
        </pc:spChg>
        <pc:spChg chg="mod">
          <ac:chgData name="Maurice Haghighi Pajouh" userId="092cc9d1-7598-4713-831a-52d09f4d3d52" providerId="ADAL" clId="{19C410B3-F811-5142-B48E-5C1EA0087195}" dt="2026-03-03T13:15:36.254" v="15466" actId="2711"/>
          <ac:spMkLst>
            <pc:docMk/>
            <pc:sldMk cId="1521696607" sldId="316"/>
            <ac:spMk id="86" creationId="{90E06AE2-5BB6-6045-05FB-A9BD4B56D995}"/>
          </ac:spMkLst>
        </pc:spChg>
        <pc:spChg chg="mod">
          <ac:chgData name="Maurice Haghighi Pajouh" userId="092cc9d1-7598-4713-831a-52d09f4d3d52" providerId="ADAL" clId="{19C410B3-F811-5142-B48E-5C1EA0087195}" dt="2026-03-03T13:15:36.254" v="15466" actId="2711"/>
          <ac:spMkLst>
            <pc:docMk/>
            <pc:sldMk cId="1521696607" sldId="316"/>
            <ac:spMk id="87" creationId="{F05B667F-C934-63A7-C7F0-17476EB3A96F}"/>
          </ac:spMkLst>
        </pc:spChg>
        <pc:spChg chg="mod">
          <ac:chgData name="Maurice Haghighi Pajouh" userId="092cc9d1-7598-4713-831a-52d09f4d3d52" providerId="ADAL" clId="{19C410B3-F811-5142-B48E-5C1EA0087195}" dt="2026-03-03T13:15:36.254" v="15466" actId="2711"/>
          <ac:spMkLst>
            <pc:docMk/>
            <pc:sldMk cId="1521696607" sldId="316"/>
            <ac:spMk id="96" creationId="{2762309E-93B0-4F16-0C3C-C6B2BAAF6220}"/>
          </ac:spMkLst>
        </pc:spChg>
        <pc:spChg chg="mod">
          <ac:chgData name="Maurice Haghighi Pajouh" userId="092cc9d1-7598-4713-831a-52d09f4d3d52" providerId="ADAL" clId="{19C410B3-F811-5142-B48E-5C1EA0087195}" dt="2026-03-03T13:16:04.883" v="15549" actId="20577"/>
          <ac:spMkLst>
            <pc:docMk/>
            <pc:sldMk cId="1521696607" sldId="316"/>
            <ac:spMk id="97" creationId="{5B4A4123-FA94-CC5A-BC76-6B422994D500}"/>
          </ac:spMkLst>
        </pc:spChg>
        <pc:spChg chg="mod">
          <ac:chgData name="Maurice Haghighi Pajouh" userId="092cc9d1-7598-4713-831a-52d09f4d3d52" providerId="ADAL" clId="{19C410B3-F811-5142-B48E-5C1EA0087195}" dt="2026-03-03T14:44:33.148" v="18973" actId="20577"/>
          <ac:spMkLst>
            <pc:docMk/>
            <pc:sldMk cId="1521696607" sldId="316"/>
            <ac:spMk id="98" creationId="{92526E92-4A3D-CC45-0C8A-D3FD4F6D4CC5}"/>
          </ac:spMkLst>
        </pc:spChg>
        <pc:spChg chg="mod">
          <ac:chgData name="Maurice Haghighi Pajouh" userId="092cc9d1-7598-4713-831a-52d09f4d3d52" providerId="ADAL" clId="{19C410B3-F811-5142-B48E-5C1EA0087195}" dt="2026-03-03T13:21:06.603" v="15895" actId="20577"/>
          <ac:spMkLst>
            <pc:docMk/>
            <pc:sldMk cId="1521696607" sldId="316"/>
            <ac:spMk id="99" creationId="{6850328E-E32D-4F63-BAE4-BC735743DA61}"/>
          </ac:spMkLst>
        </pc:spChg>
        <pc:spChg chg="mod">
          <ac:chgData name="Maurice Haghighi Pajouh" userId="092cc9d1-7598-4713-831a-52d09f4d3d52" providerId="ADAL" clId="{19C410B3-F811-5142-B48E-5C1EA0087195}" dt="2026-03-03T13:17:16.932" v="15697" actId="20577"/>
          <ac:spMkLst>
            <pc:docMk/>
            <pc:sldMk cId="1521696607" sldId="316"/>
            <ac:spMk id="100" creationId="{F1AE4631-608E-7814-CB8F-AAE6E3A78F29}"/>
          </ac:spMkLst>
        </pc:spChg>
        <pc:spChg chg="mod">
          <ac:chgData name="Maurice Haghighi Pajouh" userId="092cc9d1-7598-4713-831a-52d09f4d3d52" providerId="ADAL" clId="{19C410B3-F811-5142-B48E-5C1EA0087195}" dt="2026-03-03T13:23:25.629" v="16076" actId="5793"/>
          <ac:spMkLst>
            <pc:docMk/>
            <pc:sldMk cId="1521696607" sldId="316"/>
            <ac:spMk id="101" creationId="{925A38EE-1D63-93E9-2CAA-A133ED1711CB}"/>
          </ac:spMkLst>
        </pc:spChg>
        <pc:spChg chg="mod">
          <ac:chgData name="Maurice Haghighi Pajouh" userId="092cc9d1-7598-4713-831a-52d09f4d3d52" providerId="ADAL" clId="{19C410B3-F811-5142-B48E-5C1EA0087195}" dt="2026-03-03T13:24:03.525" v="16150" actId="1076"/>
          <ac:spMkLst>
            <pc:docMk/>
            <pc:sldMk cId="1521696607" sldId="316"/>
            <ac:spMk id="102" creationId="{D1836429-3772-17F3-4AB8-F68CEEBE222E}"/>
          </ac:spMkLst>
        </pc:spChg>
        <pc:spChg chg="mod">
          <ac:chgData name="Maurice Haghighi Pajouh" userId="092cc9d1-7598-4713-831a-52d09f4d3d52" providerId="ADAL" clId="{19C410B3-F811-5142-B48E-5C1EA0087195}" dt="2026-03-03T13:26:58.469" v="16376" actId="14100"/>
          <ac:spMkLst>
            <pc:docMk/>
            <pc:sldMk cId="1521696607" sldId="316"/>
            <ac:spMk id="103" creationId="{11A863D5-DCC4-36F9-C6A9-39467CEC3F03}"/>
          </ac:spMkLst>
        </pc:spChg>
        <pc:spChg chg="mod">
          <ac:chgData name="Maurice Haghighi Pajouh" userId="092cc9d1-7598-4713-831a-52d09f4d3d52" providerId="ADAL" clId="{19C410B3-F811-5142-B48E-5C1EA0087195}" dt="2026-03-03T13:27:05.167" v="16391" actId="14100"/>
          <ac:spMkLst>
            <pc:docMk/>
            <pc:sldMk cId="1521696607" sldId="316"/>
            <ac:spMk id="104" creationId="{B8562DD5-E285-5B16-21D2-DB1AE41DA6CB}"/>
          </ac:spMkLst>
        </pc:spChg>
        <pc:spChg chg="mod">
          <ac:chgData name="Maurice Haghighi Pajouh" userId="092cc9d1-7598-4713-831a-52d09f4d3d52" providerId="ADAL" clId="{19C410B3-F811-5142-B48E-5C1EA0087195}" dt="2026-03-03T13:27:31.890" v="16458" actId="20577"/>
          <ac:spMkLst>
            <pc:docMk/>
            <pc:sldMk cId="1521696607" sldId="316"/>
            <ac:spMk id="105" creationId="{C2FED140-E1C7-1B75-2196-6AFCF2EC35A7}"/>
          </ac:spMkLst>
        </pc:spChg>
        <pc:spChg chg="mod">
          <ac:chgData name="Maurice Haghighi Pajouh" userId="092cc9d1-7598-4713-831a-52d09f4d3d52" providerId="ADAL" clId="{19C410B3-F811-5142-B48E-5C1EA0087195}" dt="2026-03-03T13:28:20.148" v="16546" actId="14100"/>
          <ac:spMkLst>
            <pc:docMk/>
            <pc:sldMk cId="1521696607" sldId="316"/>
            <ac:spMk id="106" creationId="{9BE3C9A2-A19E-D93E-0316-0F1B8F0F5768}"/>
          </ac:spMkLst>
        </pc:spChg>
        <pc:spChg chg="mod">
          <ac:chgData name="Maurice Haghighi Pajouh" userId="092cc9d1-7598-4713-831a-52d09f4d3d52" providerId="ADAL" clId="{19C410B3-F811-5142-B48E-5C1EA0087195}" dt="2026-03-03T13:28:40.342" v="16582" actId="20577"/>
          <ac:spMkLst>
            <pc:docMk/>
            <pc:sldMk cId="1521696607" sldId="316"/>
            <ac:spMk id="107" creationId="{09488850-3AA0-079D-DB29-74CD96EEEB87}"/>
          </ac:spMkLst>
        </pc:spChg>
        <pc:spChg chg="mod">
          <ac:chgData name="Maurice Haghighi Pajouh" userId="092cc9d1-7598-4713-831a-52d09f4d3d52" providerId="ADAL" clId="{19C410B3-F811-5142-B48E-5C1EA0087195}" dt="2026-03-03T14:46:13.920" v="18977" actId="20577"/>
          <ac:spMkLst>
            <pc:docMk/>
            <pc:sldMk cId="1521696607" sldId="316"/>
            <ac:spMk id="108" creationId="{C9401EE7-C816-8576-57FD-750DE2BCC61E}"/>
          </ac:spMkLst>
        </pc:spChg>
        <pc:spChg chg="mod">
          <ac:chgData name="Maurice Haghighi Pajouh" userId="092cc9d1-7598-4713-831a-52d09f4d3d52" providerId="ADAL" clId="{19C410B3-F811-5142-B48E-5C1EA0087195}" dt="2026-03-03T13:25:11.563" v="16267" actId="20577"/>
          <ac:spMkLst>
            <pc:docMk/>
            <pc:sldMk cId="1521696607" sldId="316"/>
            <ac:spMk id="111" creationId="{DDA05187-F18A-91CB-6D31-04442DBC97BC}"/>
          </ac:spMkLst>
        </pc:spChg>
        <pc:spChg chg="mod">
          <ac:chgData name="Maurice Haghighi Pajouh" userId="092cc9d1-7598-4713-831a-52d09f4d3d52" providerId="ADAL" clId="{19C410B3-F811-5142-B48E-5C1EA0087195}" dt="2026-03-03T13:15:43.626" v="15505" actId="20577"/>
          <ac:spMkLst>
            <pc:docMk/>
            <pc:sldMk cId="1521696607" sldId="316"/>
            <ac:spMk id="112" creationId="{321D92CB-F13A-0632-ACE0-CB07252CE745}"/>
          </ac:spMkLst>
        </pc:spChg>
        <pc:spChg chg="mod">
          <ac:chgData name="Maurice Haghighi Pajouh" userId="092cc9d1-7598-4713-831a-52d09f4d3d52" providerId="ADAL" clId="{19C410B3-F811-5142-B48E-5C1EA0087195}" dt="2026-03-03T13:25:22.660" v="16284" actId="14100"/>
          <ac:spMkLst>
            <pc:docMk/>
            <pc:sldMk cId="1521696607" sldId="316"/>
            <ac:spMk id="117" creationId="{7067060A-5560-BDDE-EBDE-7F62409E7062}"/>
          </ac:spMkLst>
        </pc:spChg>
        <pc:spChg chg="mod">
          <ac:chgData name="Maurice Haghighi Pajouh" userId="092cc9d1-7598-4713-831a-52d09f4d3d52" providerId="ADAL" clId="{19C410B3-F811-5142-B48E-5C1EA0087195}" dt="2026-03-03T13:21:33.825" v="15923" actId="20577"/>
          <ac:spMkLst>
            <pc:docMk/>
            <pc:sldMk cId="1521696607" sldId="316"/>
            <ac:spMk id="118" creationId="{966B1DB1-4713-F389-E695-CE5B14DB4E4E}"/>
          </ac:spMkLst>
        </pc:spChg>
        <pc:spChg chg="mod">
          <ac:chgData name="Maurice Haghighi Pajouh" userId="092cc9d1-7598-4713-831a-52d09f4d3d52" providerId="ADAL" clId="{19C410B3-F811-5142-B48E-5C1EA0087195}" dt="2026-03-03T13:25:29.818" v="16297" actId="20577"/>
          <ac:spMkLst>
            <pc:docMk/>
            <pc:sldMk cId="1521696607" sldId="316"/>
            <ac:spMk id="123" creationId="{CC272BEC-122C-05C3-2C7A-362E7FBD520A}"/>
          </ac:spMkLst>
        </pc:spChg>
        <pc:spChg chg="mod">
          <ac:chgData name="Maurice Haghighi Pajouh" userId="092cc9d1-7598-4713-831a-52d09f4d3d52" providerId="ADAL" clId="{19C410B3-F811-5142-B48E-5C1EA0087195}" dt="2026-03-03T13:22:31.669" v="16028" actId="20577"/>
          <ac:spMkLst>
            <pc:docMk/>
            <pc:sldMk cId="1521696607" sldId="316"/>
            <ac:spMk id="124" creationId="{181A90E3-B11D-CA73-8874-1836C3EC23F1}"/>
          </ac:spMkLst>
        </pc:spChg>
        <pc:spChg chg="mod">
          <ac:chgData name="Maurice Haghighi Pajouh" userId="092cc9d1-7598-4713-831a-52d09f4d3d52" providerId="ADAL" clId="{19C410B3-F811-5142-B48E-5C1EA0087195}" dt="2026-03-03T13:25:42.527" v="16321" actId="14100"/>
          <ac:spMkLst>
            <pc:docMk/>
            <pc:sldMk cId="1521696607" sldId="316"/>
            <ac:spMk id="129" creationId="{47EEB848-5768-6D9E-A5D7-5AFE468BBB4C}"/>
          </ac:spMkLst>
        </pc:spChg>
        <pc:spChg chg="mod">
          <ac:chgData name="Maurice Haghighi Pajouh" userId="092cc9d1-7598-4713-831a-52d09f4d3d52" providerId="ADAL" clId="{19C410B3-F811-5142-B48E-5C1EA0087195}" dt="2026-03-03T13:22:49.113" v="16071" actId="20577"/>
          <ac:spMkLst>
            <pc:docMk/>
            <pc:sldMk cId="1521696607" sldId="316"/>
            <ac:spMk id="130" creationId="{FA72E32B-A628-31F6-8C14-12B5CD15F455}"/>
          </ac:spMkLst>
        </pc:spChg>
        <pc:spChg chg="mod">
          <ac:chgData name="Maurice Haghighi Pajouh" userId="092cc9d1-7598-4713-831a-52d09f4d3d52" providerId="ADAL" clId="{19C410B3-F811-5142-B48E-5C1EA0087195}" dt="2026-03-03T13:15:36.254" v="15466" actId="2711"/>
          <ac:spMkLst>
            <pc:docMk/>
            <pc:sldMk cId="1521696607" sldId="316"/>
            <ac:spMk id="132" creationId="{7B4A58C2-B7BA-77F7-DD8B-9624BCD53999}"/>
          </ac:spMkLst>
        </pc:spChg>
        <pc:spChg chg="mod">
          <ac:chgData name="Maurice Haghighi Pajouh" userId="092cc9d1-7598-4713-831a-52d09f4d3d52" providerId="ADAL" clId="{19C410B3-F811-5142-B48E-5C1EA0087195}" dt="2026-03-03T13:29:15.126" v="16676" actId="1076"/>
          <ac:spMkLst>
            <pc:docMk/>
            <pc:sldMk cId="1521696607" sldId="316"/>
            <ac:spMk id="134" creationId="{F312E88C-1144-E159-7A98-1C38EC33CFB2}"/>
          </ac:spMkLst>
        </pc:spChg>
      </pc:sldChg>
      <pc:sldChg chg="delSp modSp add del mod">
        <pc:chgData name="Maurice Haghighi Pajouh" userId="092cc9d1-7598-4713-831a-52d09f4d3d52" providerId="ADAL" clId="{19C410B3-F811-5142-B48E-5C1EA0087195}" dt="2026-03-03T13:15:09.237" v="15464" actId="2696"/>
        <pc:sldMkLst>
          <pc:docMk/>
          <pc:sldMk cId="1036723312" sldId="320"/>
        </pc:sldMkLst>
        <pc:spChg chg="mod">
          <ac:chgData name="Maurice Haghighi Pajouh" userId="092cc9d1-7598-4713-831a-52d09f4d3d52" providerId="ADAL" clId="{19C410B3-F811-5142-B48E-5C1EA0087195}" dt="2026-03-03T13:12:16.542" v="15252" actId="20577"/>
          <ac:spMkLst>
            <pc:docMk/>
            <pc:sldMk cId="1036723312" sldId="320"/>
            <ac:spMk id="3" creationId="{CD63CBC0-5791-8ADB-C408-20D078B4C86D}"/>
          </ac:spMkLst>
        </pc:spChg>
        <pc:spChg chg="mod">
          <ac:chgData name="Maurice Haghighi Pajouh" userId="092cc9d1-7598-4713-831a-52d09f4d3d52" providerId="ADAL" clId="{19C410B3-F811-5142-B48E-5C1EA0087195}" dt="2026-03-03T13:13:47.225" v="15458" actId="14100"/>
          <ac:spMkLst>
            <pc:docMk/>
            <pc:sldMk cId="1036723312" sldId="320"/>
            <ac:spMk id="5" creationId="{CDADEC37-AD62-194B-8324-91DAEC6F3A34}"/>
          </ac:spMkLst>
        </pc:spChg>
        <pc:spChg chg="mod">
          <ac:chgData name="Maurice Haghighi Pajouh" userId="092cc9d1-7598-4713-831a-52d09f4d3d52" providerId="ADAL" clId="{19C410B3-F811-5142-B48E-5C1EA0087195}" dt="2026-03-03T13:13:49.313" v="15459" actId="14100"/>
          <ac:spMkLst>
            <pc:docMk/>
            <pc:sldMk cId="1036723312" sldId="320"/>
            <ac:spMk id="41" creationId="{7FE24B6B-A6AC-0A4E-A8D3-E4E3AAED67B1}"/>
          </ac:spMkLst>
        </pc:spChg>
        <pc:graphicFrameChg chg="modGraphic">
          <ac:chgData name="Maurice Haghighi Pajouh" userId="092cc9d1-7598-4713-831a-52d09f4d3d52" providerId="ADAL" clId="{19C410B3-F811-5142-B48E-5C1EA0087195}" dt="2026-03-03T13:14:09.724" v="15460" actId="2711"/>
          <ac:graphicFrameMkLst>
            <pc:docMk/>
            <pc:sldMk cId="1036723312" sldId="320"/>
            <ac:graphicFrameMk id="2" creationId="{37355569-728A-7144-B0C9-4D9511C7D2C3}"/>
          </ac:graphicFrameMkLst>
        </pc:graphicFrameChg>
        <pc:cxnChg chg="del">
          <ac:chgData name="Maurice Haghighi Pajouh" userId="092cc9d1-7598-4713-831a-52d09f4d3d52" providerId="ADAL" clId="{19C410B3-F811-5142-B48E-5C1EA0087195}" dt="2026-03-03T13:14:23.287" v="15461" actId="478"/>
          <ac:cxnSpMkLst>
            <pc:docMk/>
            <pc:sldMk cId="1036723312" sldId="320"/>
            <ac:cxnSpMk id="10" creationId="{1C9679F3-7AC1-C541-90BC-87B72DC2634E}"/>
          </ac:cxnSpMkLst>
        </pc:cxnChg>
        <pc:cxnChg chg="del">
          <ac:chgData name="Maurice Haghighi Pajouh" userId="092cc9d1-7598-4713-831a-52d09f4d3d52" providerId="ADAL" clId="{19C410B3-F811-5142-B48E-5C1EA0087195}" dt="2026-03-03T13:14:24.560" v="15462" actId="478"/>
          <ac:cxnSpMkLst>
            <pc:docMk/>
            <pc:sldMk cId="1036723312" sldId="320"/>
            <ac:cxnSpMk id="68" creationId="{5579CB72-598B-2442-9BD4-12271805666B}"/>
          </ac:cxnSpMkLst>
        </pc:cxnChg>
        <pc:cxnChg chg="del">
          <ac:chgData name="Maurice Haghighi Pajouh" userId="092cc9d1-7598-4713-831a-52d09f4d3d52" providerId="ADAL" clId="{19C410B3-F811-5142-B48E-5C1EA0087195}" dt="2026-03-03T13:14:25.430" v="15463" actId="478"/>
          <ac:cxnSpMkLst>
            <pc:docMk/>
            <pc:sldMk cId="1036723312" sldId="320"/>
            <ac:cxnSpMk id="69" creationId="{BE7D31FA-A4E0-CD49-86FC-5377C3BFAC0F}"/>
          </ac:cxnSpMkLst>
        </pc:cxnChg>
      </pc:sldChg>
      <pc:sldChg chg="delSp modSp add mod setBg">
        <pc:chgData name="Maurice Haghighi Pajouh" userId="092cc9d1-7598-4713-831a-52d09f4d3d52" providerId="ADAL" clId="{19C410B3-F811-5142-B48E-5C1EA0087195}" dt="2026-03-03T13:43:02.190" v="18507" actId="20577"/>
        <pc:sldMkLst>
          <pc:docMk/>
          <pc:sldMk cId="3634812223" sldId="354"/>
        </pc:sldMkLst>
        <pc:spChg chg="mod">
          <ac:chgData name="Maurice Haghighi Pajouh" userId="092cc9d1-7598-4713-831a-52d09f4d3d52" providerId="ADAL" clId="{19C410B3-F811-5142-B48E-5C1EA0087195}" dt="2026-03-03T13:36:07.557" v="17463" actId="2711"/>
          <ac:spMkLst>
            <pc:docMk/>
            <pc:sldMk cId="3634812223" sldId="354"/>
            <ac:spMk id="2" creationId="{D9F40F98-ABED-754F-38E3-5FAFC1FA166F}"/>
          </ac:spMkLst>
        </pc:spChg>
        <pc:spChg chg="mod">
          <ac:chgData name="Maurice Haghighi Pajouh" userId="092cc9d1-7598-4713-831a-52d09f4d3d52" providerId="ADAL" clId="{19C410B3-F811-5142-B48E-5C1EA0087195}" dt="2026-03-03T13:43:02.190" v="18507" actId="20577"/>
          <ac:spMkLst>
            <pc:docMk/>
            <pc:sldMk cId="3634812223" sldId="354"/>
            <ac:spMk id="4" creationId="{21573769-33B2-4779-A76A-0FB0FFF756C8}"/>
          </ac:spMkLst>
        </pc:spChg>
        <pc:spChg chg="del">
          <ac:chgData name="Maurice Haghighi Pajouh" userId="092cc9d1-7598-4713-831a-52d09f4d3d52" providerId="ADAL" clId="{19C410B3-F811-5142-B48E-5C1EA0087195}" dt="2026-03-03T13:30:29.233" v="16790" actId="478"/>
          <ac:spMkLst>
            <pc:docMk/>
            <pc:sldMk cId="3634812223" sldId="354"/>
            <ac:spMk id="8" creationId="{C30BD451-B59B-7C72-A168-1495E895C275}"/>
          </ac:spMkLst>
        </pc:spChg>
        <pc:spChg chg="del">
          <ac:chgData name="Maurice Haghighi Pajouh" userId="092cc9d1-7598-4713-831a-52d09f4d3d52" providerId="ADAL" clId="{19C410B3-F811-5142-B48E-5C1EA0087195}" dt="2026-03-03T13:30:30.441" v="16791" actId="478"/>
          <ac:spMkLst>
            <pc:docMk/>
            <pc:sldMk cId="3634812223" sldId="354"/>
            <ac:spMk id="10" creationId="{111C4C31-C52C-2F0B-9288-67BA21CF151F}"/>
          </ac:spMkLst>
        </pc:spChg>
        <pc:spChg chg="del">
          <ac:chgData name="Maurice Haghighi Pajouh" userId="092cc9d1-7598-4713-831a-52d09f4d3d52" providerId="ADAL" clId="{19C410B3-F811-5142-B48E-5C1EA0087195}" dt="2026-03-03T13:30:25.718" v="16787" actId="478"/>
          <ac:spMkLst>
            <pc:docMk/>
            <pc:sldMk cId="3634812223" sldId="354"/>
            <ac:spMk id="11" creationId="{2168E67E-5F83-4AE5-4821-FDD49E936396}"/>
          </ac:spMkLst>
        </pc:spChg>
        <pc:spChg chg="del">
          <ac:chgData name="Maurice Haghighi Pajouh" userId="092cc9d1-7598-4713-831a-52d09f4d3d52" providerId="ADAL" clId="{19C410B3-F811-5142-B48E-5C1EA0087195}" dt="2026-03-03T13:30:27.028" v="16788" actId="478"/>
          <ac:spMkLst>
            <pc:docMk/>
            <pc:sldMk cId="3634812223" sldId="354"/>
            <ac:spMk id="26" creationId="{2109A790-D654-CBF7-3478-42AB6D402D1C}"/>
          </ac:spMkLst>
        </pc:spChg>
        <pc:spChg chg="del mod">
          <ac:chgData name="Maurice Haghighi Pajouh" userId="092cc9d1-7598-4713-831a-52d09f4d3d52" providerId="ADAL" clId="{19C410B3-F811-5142-B48E-5C1EA0087195}" dt="2026-03-03T13:30:28.150" v="16789" actId="478"/>
          <ac:spMkLst>
            <pc:docMk/>
            <pc:sldMk cId="3634812223" sldId="354"/>
            <ac:spMk id="27" creationId="{849E592E-1624-2698-0509-E6595D82041E}"/>
          </ac:spMkLst>
        </pc:spChg>
        <pc:spChg chg="mod">
          <ac:chgData name="Maurice Haghighi Pajouh" userId="092cc9d1-7598-4713-831a-52d09f4d3d52" providerId="ADAL" clId="{19C410B3-F811-5142-B48E-5C1EA0087195}" dt="2026-03-03T13:36:07.557" v="17463" actId="2711"/>
          <ac:spMkLst>
            <pc:docMk/>
            <pc:sldMk cId="3634812223" sldId="354"/>
            <ac:spMk id="32" creationId="{2ADE9991-7CDC-8860-5C22-C2A357AD2BAD}"/>
          </ac:spMkLst>
        </pc:spChg>
        <pc:spChg chg="mod">
          <ac:chgData name="Maurice Haghighi Pajouh" userId="092cc9d1-7598-4713-831a-52d09f4d3d52" providerId="ADAL" clId="{19C410B3-F811-5142-B48E-5C1EA0087195}" dt="2026-03-03T13:36:07.557" v="17463" actId="2711"/>
          <ac:spMkLst>
            <pc:docMk/>
            <pc:sldMk cId="3634812223" sldId="354"/>
            <ac:spMk id="33" creationId="{468D78CB-C046-6DD1-7BAB-53B19935E9FA}"/>
          </ac:spMkLst>
        </pc:spChg>
        <pc:spChg chg="mod">
          <ac:chgData name="Maurice Haghighi Pajouh" userId="092cc9d1-7598-4713-831a-52d09f4d3d52" providerId="ADAL" clId="{19C410B3-F811-5142-B48E-5C1EA0087195}" dt="2026-03-03T13:36:07.557" v="17463" actId="2711"/>
          <ac:spMkLst>
            <pc:docMk/>
            <pc:sldMk cId="3634812223" sldId="354"/>
            <ac:spMk id="38" creationId="{A6C4B9E8-80D7-0E4C-98A0-080138C4551C}"/>
          </ac:spMkLst>
        </pc:spChg>
        <pc:spChg chg="mod">
          <ac:chgData name="Maurice Haghighi Pajouh" userId="092cc9d1-7598-4713-831a-52d09f4d3d52" providerId="ADAL" clId="{19C410B3-F811-5142-B48E-5C1EA0087195}" dt="2026-03-03T13:36:07.557" v="17463" actId="2711"/>
          <ac:spMkLst>
            <pc:docMk/>
            <pc:sldMk cId="3634812223" sldId="354"/>
            <ac:spMk id="39" creationId="{C09CDEFC-C763-D16A-94CF-D51FF5914BB7}"/>
          </ac:spMkLst>
        </pc:spChg>
        <pc:spChg chg="mod">
          <ac:chgData name="Maurice Haghighi Pajouh" userId="092cc9d1-7598-4713-831a-52d09f4d3d52" providerId="ADAL" clId="{19C410B3-F811-5142-B48E-5C1EA0087195}" dt="2026-03-03T13:36:07.557" v="17463" actId="2711"/>
          <ac:spMkLst>
            <pc:docMk/>
            <pc:sldMk cId="3634812223" sldId="354"/>
            <ac:spMk id="40" creationId="{D00563B0-6588-44C8-B71E-D8DB26FB91A3}"/>
          </ac:spMkLst>
        </pc:spChg>
        <pc:spChg chg="del">
          <ac:chgData name="Maurice Haghighi Pajouh" userId="092cc9d1-7598-4713-831a-52d09f4d3d52" providerId="ADAL" clId="{19C410B3-F811-5142-B48E-5C1EA0087195}" dt="2026-03-03T13:30:25.182" v="16786" actId="478"/>
          <ac:spMkLst>
            <pc:docMk/>
            <pc:sldMk cId="3634812223" sldId="354"/>
            <ac:spMk id="42" creationId="{2BA2E32F-8A95-17E0-560B-FF9945B04693}"/>
          </ac:spMkLst>
        </pc:spChg>
        <pc:spChg chg="mod">
          <ac:chgData name="Maurice Haghighi Pajouh" userId="092cc9d1-7598-4713-831a-52d09f4d3d52" providerId="ADAL" clId="{19C410B3-F811-5142-B48E-5C1EA0087195}" dt="2026-03-03T13:36:07.557" v="17463" actId="2711"/>
          <ac:spMkLst>
            <pc:docMk/>
            <pc:sldMk cId="3634812223" sldId="354"/>
            <ac:spMk id="44" creationId="{945E2101-F2D7-868C-CAD1-579F88705A29}"/>
          </ac:spMkLst>
        </pc:spChg>
        <pc:spChg chg="mod">
          <ac:chgData name="Maurice Haghighi Pajouh" userId="092cc9d1-7598-4713-831a-52d09f4d3d52" providerId="ADAL" clId="{19C410B3-F811-5142-B48E-5C1EA0087195}" dt="2026-03-03T13:36:07.557" v="17463" actId="2711"/>
          <ac:spMkLst>
            <pc:docMk/>
            <pc:sldMk cId="3634812223" sldId="354"/>
            <ac:spMk id="46" creationId="{341CC9D8-75A2-A073-D00D-2BB975042768}"/>
          </ac:spMkLst>
        </pc:spChg>
      </pc:sldChg>
      <pc:sldChg chg="addSp modSp add mod setBg">
        <pc:chgData name="Maurice Haghighi Pajouh" userId="092cc9d1-7598-4713-831a-52d09f4d3d52" providerId="ADAL" clId="{19C410B3-F811-5142-B48E-5C1EA0087195}" dt="2026-03-03T14:53:46.225" v="18989" actId="1076"/>
        <pc:sldMkLst>
          <pc:docMk/>
          <pc:sldMk cId="550188118" sldId="358"/>
        </pc:sldMkLst>
        <pc:spChg chg="add mod">
          <ac:chgData name="Maurice Haghighi Pajouh" userId="092cc9d1-7598-4713-831a-52d09f4d3d52" providerId="ADAL" clId="{19C410B3-F811-5142-B48E-5C1EA0087195}" dt="2026-03-03T13:33:01.983" v="17081" actId="20577"/>
          <ac:spMkLst>
            <pc:docMk/>
            <pc:sldMk cId="550188118" sldId="358"/>
            <ac:spMk id="2" creationId="{4CE73738-A1BF-E1FD-CABA-FAA69F1540A6}"/>
          </ac:spMkLst>
        </pc:spChg>
        <pc:spChg chg="mod">
          <ac:chgData name="Maurice Haghighi Pajouh" userId="092cc9d1-7598-4713-831a-52d09f4d3d52" providerId="ADAL" clId="{19C410B3-F811-5142-B48E-5C1EA0087195}" dt="2026-03-03T13:43:05.234" v="18508" actId="20577"/>
          <ac:spMkLst>
            <pc:docMk/>
            <pc:sldMk cId="550188118" sldId="358"/>
            <ac:spMk id="4" creationId="{21573769-33B2-4779-A76A-0FB0FFF756C8}"/>
          </ac:spMkLst>
        </pc:spChg>
        <pc:spChg chg="mod">
          <ac:chgData name="Maurice Haghighi Pajouh" userId="092cc9d1-7598-4713-831a-52d09f4d3d52" providerId="ADAL" clId="{19C410B3-F811-5142-B48E-5C1EA0087195}" dt="2026-03-03T14:53:46.225" v="18989" actId="1076"/>
          <ac:spMkLst>
            <pc:docMk/>
            <pc:sldMk cId="550188118" sldId="358"/>
            <ac:spMk id="6" creationId="{046EDD38-434B-E152-4865-F093A5B20E9E}"/>
          </ac:spMkLst>
        </pc:spChg>
        <pc:spChg chg="add mod">
          <ac:chgData name="Maurice Haghighi Pajouh" userId="092cc9d1-7598-4713-831a-52d09f4d3d52" providerId="ADAL" clId="{19C410B3-F811-5142-B48E-5C1EA0087195}" dt="2026-03-03T13:33:21.834" v="17115" actId="20577"/>
          <ac:spMkLst>
            <pc:docMk/>
            <pc:sldMk cId="550188118" sldId="358"/>
            <ac:spMk id="7" creationId="{3B7B5192-B298-6AA4-00CD-3DC9DB050BB4}"/>
          </ac:spMkLst>
        </pc:spChg>
        <pc:spChg chg="mod">
          <ac:chgData name="Maurice Haghighi Pajouh" userId="092cc9d1-7598-4713-831a-52d09f4d3d52" providerId="ADAL" clId="{19C410B3-F811-5142-B48E-5C1EA0087195}" dt="2026-03-03T13:36:02.879" v="17462" actId="2711"/>
          <ac:spMkLst>
            <pc:docMk/>
            <pc:sldMk cId="550188118" sldId="358"/>
            <ac:spMk id="8" creationId="{C30BD451-B59B-7C72-A168-1495E895C275}"/>
          </ac:spMkLst>
        </pc:spChg>
        <pc:spChg chg="add mod">
          <ac:chgData name="Maurice Haghighi Pajouh" userId="092cc9d1-7598-4713-831a-52d09f4d3d52" providerId="ADAL" clId="{19C410B3-F811-5142-B48E-5C1EA0087195}" dt="2026-03-03T13:36:02.879" v="17462" actId="2711"/>
          <ac:spMkLst>
            <pc:docMk/>
            <pc:sldMk cId="550188118" sldId="358"/>
            <ac:spMk id="9" creationId="{3E734132-6584-23A3-5642-75E59B5EDB6B}"/>
          </ac:spMkLst>
        </pc:spChg>
        <pc:spChg chg="mod">
          <ac:chgData name="Maurice Haghighi Pajouh" userId="092cc9d1-7598-4713-831a-52d09f4d3d52" providerId="ADAL" clId="{19C410B3-F811-5142-B48E-5C1EA0087195}" dt="2026-03-03T13:33:30.523" v="17165" actId="20577"/>
          <ac:spMkLst>
            <pc:docMk/>
            <pc:sldMk cId="550188118" sldId="358"/>
            <ac:spMk id="10" creationId="{111C4C31-C52C-2F0B-9288-67BA21CF151F}"/>
          </ac:spMkLst>
        </pc:spChg>
        <pc:spChg chg="mod">
          <ac:chgData name="Maurice Haghighi Pajouh" userId="092cc9d1-7598-4713-831a-52d09f4d3d52" providerId="ADAL" clId="{19C410B3-F811-5142-B48E-5C1EA0087195}" dt="2026-03-03T13:36:02.879" v="17462" actId="2711"/>
          <ac:spMkLst>
            <pc:docMk/>
            <pc:sldMk cId="550188118" sldId="358"/>
            <ac:spMk id="11" creationId="{2168E67E-5F83-4AE5-4821-FDD49E936396}"/>
          </ac:spMkLst>
        </pc:spChg>
        <pc:spChg chg="mod">
          <ac:chgData name="Maurice Haghighi Pajouh" userId="092cc9d1-7598-4713-831a-52d09f4d3d52" providerId="ADAL" clId="{19C410B3-F811-5142-B48E-5C1EA0087195}" dt="2026-03-03T13:36:02.879" v="17462" actId="2711"/>
          <ac:spMkLst>
            <pc:docMk/>
            <pc:sldMk cId="550188118" sldId="358"/>
            <ac:spMk id="26" creationId="{2109A790-D654-CBF7-3478-42AB6D402D1C}"/>
          </ac:spMkLst>
        </pc:spChg>
        <pc:spChg chg="mod">
          <ac:chgData name="Maurice Haghighi Pajouh" userId="092cc9d1-7598-4713-831a-52d09f4d3d52" providerId="ADAL" clId="{19C410B3-F811-5142-B48E-5C1EA0087195}" dt="2026-03-03T13:31:30.751" v="17065" actId="20577"/>
          <ac:spMkLst>
            <pc:docMk/>
            <pc:sldMk cId="550188118" sldId="358"/>
            <ac:spMk id="27" creationId="{849E592E-1624-2698-0509-E6595D82041E}"/>
          </ac:spMkLst>
        </pc:spChg>
        <pc:spChg chg="mod">
          <ac:chgData name="Maurice Haghighi Pajouh" userId="092cc9d1-7598-4713-831a-52d09f4d3d52" providerId="ADAL" clId="{19C410B3-F811-5142-B48E-5C1EA0087195}" dt="2026-03-03T13:36:02.879" v="17462" actId="2711"/>
          <ac:spMkLst>
            <pc:docMk/>
            <pc:sldMk cId="550188118" sldId="358"/>
            <ac:spMk id="32" creationId="{2ADE9991-7CDC-8860-5C22-C2A357AD2BAD}"/>
          </ac:spMkLst>
        </pc:spChg>
        <pc:spChg chg="mod">
          <ac:chgData name="Maurice Haghighi Pajouh" userId="092cc9d1-7598-4713-831a-52d09f4d3d52" providerId="ADAL" clId="{19C410B3-F811-5142-B48E-5C1EA0087195}" dt="2026-03-03T13:36:02.879" v="17462" actId="2711"/>
          <ac:spMkLst>
            <pc:docMk/>
            <pc:sldMk cId="550188118" sldId="358"/>
            <ac:spMk id="33" creationId="{468D78CB-C046-6DD1-7BAB-53B19935E9FA}"/>
          </ac:spMkLst>
        </pc:spChg>
        <pc:spChg chg="mod">
          <ac:chgData name="Maurice Haghighi Pajouh" userId="092cc9d1-7598-4713-831a-52d09f4d3d52" providerId="ADAL" clId="{19C410B3-F811-5142-B48E-5C1EA0087195}" dt="2026-03-03T13:36:02.879" v="17462" actId="2711"/>
          <ac:spMkLst>
            <pc:docMk/>
            <pc:sldMk cId="550188118" sldId="358"/>
            <ac:spMk id="39" creationId="{C09CDEFC-C763-D16A-94CF-D51FF5914BB7}"/>
          </ac:spMkLst>
        </pc:spChg>
        <pc:spChg chg="mod">
          <ac:chgData name="Maurice Haghighi Pajouh" userId="092cc9d1-7598-4713-831a-52d09f4d3d52" providerId="ADAL" clId="{19C410B3-F811-5142-B48E-5C1EA0087195}" dt="2026-03-03T13:31:55.854" v="17069"/>
          <ac:spMkLst>
            <pc:docMk/>
            <pc:sldMk cId="550188118" sldId="358"/>
            <ac:spMk id="40" creationId="{D00563B0-6588-44C8-B71E-D8DB26FB91A3}"/>
          </ac:spMkLst>
        </pc:spChg>
        <pc:spChg chg="mod">
          <ac:chgData name="Maurice Haghighi Pajouh" userId="092cc9d1-7598-4713-831a-52d09f4d3d52" providerId="ADAL" clId="{19C410B3-F811-5142-B48E-5C1EA0087195}" dt="2026-03-03T13:36:02.879" v="17462" actId="2711"/>
          <ac:spMkLst>
            <pc:docMk/>
            <pc:sldMk cId="550188118" sldId="358"/>
            <ac:spMk id="44" creationId="{945E2101-F2D7-868C-CAD1-579F88705A29}"/>
          </ac:spMkLst>
        </pc:spChg>
        <pc:spChg chg="mod">
          <ac:chgData name="Maurice Haghighi Pajouh" userId="092cc9d1-7598-4713-831a-52d09f4d3d52" providerId="ADAL" clId="{19C410B3-F811-5142-B48E-5C1EA0087195}" dt="2026-03-03T13:36:02.879" v="17462" actId="2711"/>
          <ac:spMkLst>
            <pc:docMk/>
            <pc:sldMk cId="550188118" sldId="358"/>
            <ac:spMk id="46" creationId="{341CC9D8-75A2-A073-D00D-2BB975042768}"/>
          </ac:spMkLst>
        </pc:spChg>
        <pc:picChg chg="mod">
          <ac:chgData name="Maurice Haghighi Pajouh" userId="092cc9d1-7598-4713-831a-52d09f4d3d52" providerId="ADAL" clId="{19C410B3-F811-5142-B48E-5C1EA0087195}" dt="2026-03-03T13:32:39.705" v="17078" actId="1076"/>
          <ac:picMkLst>
            <pc:docMk/>
            <pc:sldMk cId="550188118" sldId="358"/>
            <ac:picMk id="3" creationId="{1E74E494-53B3-F94F-5D19-F43AD4B5E62F}"/>
          </ac:picMkLst>
        </pc:picChg>
      </pc:sldChg>
      <pc:sldChg chg="modSp add mod">
        <pc:chgData name="Maurice Haghighi Pajouh" userId="092cc9d1-7598-4713-831a-52d09f4d3d52" providerId="ADAL" clId="{19C410B3-F811-5142-B48E-5C1EA0087195}" dt="2026-03-03T13:43:09.731" v="18509" actId="20577"/>
        <pc:sldMkLst>
          <pc:docMk/>
          <pc:sldMk cId="4127450487" sldId="359"/>
        </pc:sldMkLst>
        <pc:spChg chg="mod">
          <ac:chgData name="Maurice Haghighi Pajouh" userId="092cc9d1-7598-4713-831a-52d09f4d3d52" providerId="ADAL" clId="{19C410B3-F811-5142-B48E-5C1EA0087195}" dt="2026-03-03T13:43:09.731" v="18509" actId="20577"/>
          <ac:spMkLst>
            <pc:docMk/>
            <pc:sldMk cId="4127450487" sldId="359"/>
            <ac:spMk id="4" creationId="{21573769-33B2-4779-A76A-0FB0FFF756C8}"/>
          </ac:spMkLst>
        </pc:spChg>
        <pc:spChg chg="mod">
          <ac:chgData name="Maurice Haghighi Pajouh" userId="092cc9d1-7598-4713-831a-52d09f4d3d52" providerId="ADAL" clId="{19C410B3-F811-5142-B48E-5C1EA0087195}" dt="2026-03-03T13:33:50.154" v="17190" actId="20577"/>
          <ac:spMkLst>
            <pc:docMk/>
            <pc:sldMk cId="4127450487" sldId="359"/>
            <ac:spMk id="7" creationId="{A3951BDF-9310-2A49-1B00-BA625A0BE78E}"/>
          </ac:spMkLst>
        </pc:spChg>
        <pc:spChg chg="mod">
          <ac:chgData name="Maurice Haghighi Pajouh" userId="092cc9d1-7598-4713-831a-52d09f4d3d52" providerId="ADAL" clId="{19C410B3-F811-5142-B48E-5C1EA0087195}" dt="2026-03-03T13:35:56.022" v="17461" actId="2711"/>
          <ac:spMkLst>
            <pc:docMk/>
            <pc:sldMk cId="4127450487" sldId="359"/>
            <ac:spMk id="8" creationId="{C30BD451-B59B-7C72-A168-1495E895C275}"/>
          </ac:spMkLst>
        </pc:spChg>
        <pc:spChg chg="mod">
          <ac:chgData name="Maurice Haghighi Pajouh" userId="092cc9d1-7598-4713-831a-52d09f4d3d52" providerId="ADAL" clId="{19C410B3-F811-5142-B48E-5C1EA0087195}" dt="2026-03-03T13:37:00.494" v="17622" actId="20577"/>
          <ac:spMkLst>
            <pc:docMk/>
            <pc:sldMk cId="4127450487" sldId="359"/>
            <ac:spMk id="10" creationId="{111C4C31-C52C-2F0B-9288-67BA21CF151F}"/>
          </ac:spMkLst>
        </pc:spChg>
        <pc:spChg chg="mod">
          <ac:chgData name="Maurice Haghighi Pajouh" userId="092cc9d1-7598-4713-831a-52d09f4d3d52" providerId="ADAL" clId="{19C410B3-F811-5142-B48E-5C1EA0087195}" dt="2026-03-03T13:35:56.022" v="17461" actId="2711"/>
          <ac:spMkLst>
            <pc:docMk/>
            <pc:sldMk cId="4127450487" sldId="359"/>
            <ac:spMk id="11" creationId="{2168E67E-5F83-4AE5-4821-FDD49E936396}"/>
          </ac:spMkLst>
        </pc:spChg>
        <pc:spChg chg="mod">
          <ac:chgData name="Maurice Haghighi Pajouh" userId="092cc9d1-7598-4713-831a-52d09f4d3d52" providerId="ADAL" clId="{19C410B3-F811-5142-B48E-5C1EA0087195}" dt="2026-03-03T13:36:45.822" v="17590" actId="20577"/>
          <ac:spMkLst>
            <pc:docMk/>
            <pc:sldMk cId="4127450487" sldId="359"/>
            <ac:spMk id="27" creationId="{849E592E-1624-2698-0509-E6595D82041E}"/>
          </ac:spMkLst>
        </pc:spChg>
        <pc:spChg chg="mod">
          <ac:chgData name="Maurice Haghighi Pajouh" userId="092cc9d1-7598-4713-831a-52d09f4d3d52" providerId="ADAL" clId="{19C410B3-F811-5142-B48E-5C1EA0087195}" dt="2026-03-03T13:35:56.022" v="17461" actId="2711"/>
          <ac:spMkLst>
            <pc:docMk/>
            <pc:sldMk cId="4127450487" sldId="359"/>
            <ac:spMk id="32" creationId="{2ADE9991-7CDC-8860-5C22-C2A357AD2BAD}"/>
          </ac:spMkLst>
        </pc:spChg>
        <pc:spChg chg="mod">
          <ac:chgData name="Maurice Haghighi Pajouh" userId="092cc9d1-7598-4713-831a-52d09f4d3d52" providerId="ADAL" clId="{19C410B3-F811-5142-B48E-5C1EA0087195}" dt="2026-03-03T13:35:56.022" v="17461" actId="2711"/>
          <ac:spMkLst>
            <pc:docMk/>
            <pc:sldMk cId="4127450487" sldId="359"/>
            <ac:spMk id="33" creationId="{468D78CB-C046-6DD1-7BAB-53B19935E9FA}"/>
          </ac:spMkLst>
        </pc:spChg>
        <pc:spChg chg="mod">
          <ac:chgData name="Maurice Haghighi Pajouh" userId="092cc9d1-7598-4713-831a-52d09f4d3d52" providerId="ADAL" clId="{19C410B3-F811-5142-B48E-5C1EA0087195}" dt="2026-03-03T13:35:56.022" v="17461" actId="2711"/>
          <ac:spMkLst>
            <pc:docMk/>
            <pc:sldMk cId="4127450487" sldId="359"/>
            <ac:spMk id="40" creationId="{D00563B0-6588-44C8-B71E-D8DB26FB91A3}"/>
          </ac:spMkLst>
        </pc:spChg>
        <pc:spChg chg="mod">
          <ac:chgData name="Maurice Haghighi Pajouh" userId="092cc9d1-7598-4713-831a-52d09f4d3d52" providerId="ADAL" clId="{19C410B3-F811-5142-B48E-5C1EA0087195}" dt="2026-03-03T13:35:56.022" v="17461" actId="2711"/>
          <ac:spMkLst>
            <pc:docMk/>
            <pc:sldMk cId="4127450487" sldId="359"/>
            <ac:spMk id="42" creationId="{2BA2E32F-8A95-17E0-560B-FF9945B04693}"/>
          </ac:spMkLst>
        </pc:spChg>
        <pc:spChg chg="mod">
          <ac:chgData name="Maurice Haghighi Pajouh" userId="092cc9d1-7598-4713-831a-52d09f4d3d52" providerId="ADAL" clId="{19C410B3-F811-5142-B48E-5C1EA0087195}" dt="2026-03-03T13:35:56.022" v="17461" actId="2711"/>
          <ac:spMkLst>
            <pc:docMk/>
            <pc:sldMk cId="4127450487" sldId="359"/>
            <ac:spMk id="44" creationId="{945E2101-F2D7-868C-CAD1-579F88705A29}"/>
          </ac:spMkLst>
        </pc:spChg>
        <pc:spChg chg="mod">
          <ac:chgData name="Maurice Haghighi Pajouh" userId="092cc9d1-7598-4713-831a-52d09f4d3d52" providerId="ADAL" clId="{19C410B3-F811-5142-B48E-5C1EA0087195}" dt="2026-03-03T13:35:56.022" v="17461" actId="2711"/>
          <ac:spMkLst>
            <pc:docMk/>
            <pc:sldMk cId="4127450487" sldId="359"/>
            <ac:spMk id="46" creationId="{341CC9D8-75A2-A073-D00D-2BB975042768}"/>
          </ac:spMkLst>
        </pc:spChg>
        <pc:picChg chg="mod">
          <ac:chgData name="Maurice Haghighi Pajouh" userId="092cc9d1-7598-4713-831a-52d09f4d3d52" providerId="ADAL" clId="{19C410B3-F811-5142-B48E-5C1EA0087195}" dt="2026-03-03T13:37:01.851" v="17624" actId="1076"/>
          <ac:picMkLst>
            <pc:docMk/>
            <pc:sldMk cId="4127450487" sldId="359"/>
            <ac:picMk id="3" creationId="{1E74E494-53B3-F94F-5D19-F43AD4B5E62F}"/>
          </ac:picMkLst>
        </pc:picChg>
      </pc:sldChg>
      <pc:sldChg chg="addSp modSp add mod">
        <pc:chgData name="Maurice Haghighi Pajouh" userId="092cc9d1-7598-4713-831a-52d09f4d3d52" providerId="ADAL" clId="{19C410B3-F811-5142-B48E-5C1EA0087195}" dt="2026-03-03T13:43:12.278" v="18510" actId="20577"/>
        <pc:sldMkLst>
          <pc:docMk/>
          <pc:sldMk cId="225407624" sldId="360"/>
        </pc:sldMkLst>
        <pc:spChg chg="mod">
          <ac:chgData name="Maurice Haghighi Pajouh" userId="092cc9d1-7598-4713-831a-52d09f4d3d52" providerId="ADAL" clId="{19C410B3-F811-5142-B48E-5C1EA0087195}" dt="2026-03-03T13:43:12.278" v="18510" actId="20577"/>
          <ac:spMkLst>
            <pc:docMk/>
            <pc:sldMk cId="225407624" sldId="360"/>
            <ac:spMk id="4" creationId="{21573769-33B2-4779-A76A-0FB0FFF756C8}"/>
          </ac:spMkLst>
        </pc:spChg>
        <pc:spChg chg="mod">
          <ac:chgData name="Maurice Haghighi Pajouh" userId="092cc9d1-7598-4713-831a-52d09f4d3d52" providerId="ADAL" clId="{19C410B3-F811-5142-B48E-5C1EA0087195}" dt="2026-03-03T13:42:20.201" v="18498" actId="14100"/>
          <ac:spMkLst>
            <pc:docMk/>
            <pc:sldMk cId="225407624" sldId="360"/>
            <ac:spMk id="5" creationId="{AE7ED668-7014-9C80-907F-292E643A4AB3}"/>
          </ac:spMkLst>
        </pc:spChg>
        <pc:spChg chg="mod">
          <ac:chgData name="Maurice Haghighi Pajouh" userId="092cc9d1-7598-4713-831a-52d09f4d3d52" providerId="ADAL" clId="{19C410B3-F811-5142-B48E-5C1EA0087195}" dt="2026-03-03T13:42:19.708" v="18497" actId="14100"/>
          <ac:spMkLst>
            <pc:docMk/>
            <pc:sldMk cId="225407624" sldId="360"/>
            <ac:spMk id="6" creationId="{4B7BA850-D6EC-430F-D076-47E4463FBB50}"/>
          </ac:spMkLst>
        </pc:spChg>
        <pc:spChg chg="mod">
          <ac:chgData name="Maurice Haghighi Pajouh" userId="092cc9d1-7598-4713-831a-52d09f4d3d52" providerId="ADAL" clId="{19C410B3-F811-5142-B48E-5C1EA0087195}" dt="2026-03-03T13:36:13.399" v="17464" actId="2711"/>
          <ac:spMkLst>
            <pc:docMk/>
            <pc:sldMk cId="225407624" sldId="360"/>
            <ac:spMk id="8" creationId="{C30BD451-B59B-7C72-A168-1495E895C275}"/>
          </ac:spMkLst>
        </pc:spChg>
        <pc:spChg chg="mod">
          <ac:chgData name="Maurice Haghighi Pajouh" userId="092cc9d1-7598-4713-831a-52d09f4d3d52" providerId="ADAL" clId="{19C410B3-F811-5142-B48E-5C1EA0087195}" dt="2026-03-03T13:39:26.007" v="18136" actId="20577"/>
          <ac:spMkLst>
            <pc:docMk/>
            <pc:sldMk cId="225407624" sldId="360"/>
            <ac:spMk id="10" creationId="{111C4C31-C52C-2F0B-9288-67BA21CF151F}"/>
          </ac:spMkLst>
        </pc:spChg>
        <pc:spChg chg="mod">
          <ac:chgData name="Maurice Haghighi Pajouh" userId="092cc9d1-7598-4713-831a-52d09f4d3d52" providerId="ADAL" clId="{19C410B3-F811-5142-B48E-5C1EA0087195}" dt="2026-03-03T13:36:13.399" v="17464" actId="2711"/>
          <ac:spMkLst>
            <pc:docMk/>
            <pc:sldMk cId="225407624" sldId="360"/>
            <ac:spMk id="11" creationId="{2168E67E-5F83-4AE5-4821-FDD49E936396}"/>
          </ac:spMkLst>
        </pc:spChg>
        <pc:spChg chg="mod">
          <ac:chgData name="Maurice Haghighi Pajouh" userId="092cc9d1-7598-4713-831a-52d09f4d3d52" providerId="ADAL" clId="{19C410B3-F811-5142-B48E-5C1EA0087195}" dt="2026-03-03T13:40:01.221" v="18263" actId="20577"/>
          <ac:spMkLst>
            <pc:docMk/>
            <pc:sldMk cId="225407624" sldId="360"/>
            <ac:spMk id="15" creationId="{6037EDC3-1FFD-0D5E-4CA7-219988F922BD}"/>
          </ac:spMkLst>
        </pc:spChg>
        <pc:spChg chg="mod">
          <ac:chgData name="Maurice Haghighi Pajouh" userId="092cc9d1-7598-4713-831a-52d09f4d3d52" providerId="ADAL" clId="{19C410B3-F811-5142-B48E-5C1EA0087195}" dt="2026-03-03T13:36:13.399" v="17464" actId="2711"/>
          <ac:spMkLst>
            <pc:docMk/>
            <pc:sldMk cId="225407624" sldId="360"/>
            <ac:spMk id="16" creationId="{7D2278C1-CE20-B954-CD4F-D3B70489FAB5}"/>
          </ac:spMkLst>
        </pc:spChg>
        <pc:spChg chg="mod">
          <ac:chgData name="Maurice Haghighi Pajouh" userId="092cc9d1-7598-4713-831a-52d09f4d3d52" providerId="ADAL" clId="{19C410B3-F811-5142-B48E-5C1EA0087195}" dt="2026-03-03T13:36:13.399" v="17464" actId="2711"/>
          <ac:spMkLst>
            <pc:docMk/>
            <pc:sldMk cId="225407624" sldId="360"/>
            <ac:spMk id="17" creationId="{B2A18DE0-50E2-714D-04FD-B53A67D7AFD7}"/>
          </ac:spMkLst>
        </pc:spChg>
        <pc:spChg chg="mod">
          <ac:chgData name="Maurice Haghighi Pajouh" userId="092cc9d1-7598-4713-831a-52d09f4d3d52" providerId="ADAL" clId="{19C410B3-F811-5142-B48E-5C1EA0087195}" dt="2026-03-03T13:40:28.789" v="18458" actId="20577"/>
          <ac:spMkLst>
            <pc:docMk/>
            <pc:sldMk cId="225407624" sldId="360"/>
            <ac:spMk id="18" creationId="{0216F9F8-7250-930C-2CC9-91C5B2A1C726}"/>
          </ac:spMkLst>
        </pc:spChg>
        <pc:spChg chg="mod">
          <ac:chgData name="Maurice Haghighi Pajouh" userId="092cc9d1-7598-4713-831a-52d09f4d3d52" providerId="ADAL" clId="{19C410B3-F811-5142-B48E-5C1EA0087195}" dt="2026-03-03T13:38:56.015" v="18041" actId="20577"/>
          <ac:spMkLst>
            <pc:docMk/>
            <pc:sldMk cId="225407624" sldId="360"/>
            <ac:spMk id="27" creationId="{849E592E-1624-2698-0509-E6595D82041E}"/>
          </ac:spMkLst>
        </pc:spChg>
        <pc:spChg chg="mod">
          <ac:chgData name="Maurice Haghighi Pajouh" userId="092cc9d1-7598-4713-831a-52d09f4d3d52" providerId="ADAL" clId="{19C410B3-F811-5142-B48E-5C1EA0087195}" dt="2026-03-03T13:36:13.399" v="17464" actId="2711"/>
          <ac:spMkLst>
            <pc:docMk/>
            <pc:sldMk cId="225407624" sldId="360"/>
            <ac:spMk id="32" creationId="{2ADE9991-7CDC-8860-5C22-C2A357AD2BAD}"/>
          </ac:spMkLst>
        </pc:spChg>
        <pc:spChg chg="mod">
          <ac:chgData name="Maurice Haghighi Pajouh" userId="092cc9d1-7598-4713-831a-52d09f4d3d52" providerId="ADAL" clId="{19C410B3-F811-5142-B48E-5C1EA0087195}" dt="2026-03-03T13:38:22.145" v="17934" actId="20577"/>
          <ac:spMkLst>
            <pc:docMk/>
            <pc:sldMk cId="225407624" sldId="360"/>
            <ac:spMk id="33" creationId="{468D78CB-C046-6DD1-7BAB-53B19935E9FA}"/>
          </ac:spMkLst>
        </pc:spChg>
        <pc:spChg chg="mod">
          <ac:chgData name="Maurice Haghighi Pajouh" userId="092cc9d1-7598-4713-831a-52d09f4d3d52" providerId="ADAL" clId="{19C410B3-F811-5142-B48E-5C1EA0087195}" dt="2026-03-03T13:36:13.399" v="17464" actId="2711"/>
          <ac:spMkLst>
            <pc:docMk/>
            <pc:sldMk cId="225407624" sldId="360"/>
            <ac:spMk id="39" creationId="{C09CDEFC-C763-D16A-94CF-D51FF5914BB7}"/>
          </ac:spMkLst>
        </pc:spChg>
        <pc:spChg chg="mod">
          <ac:chgData name="Maurice Haghighi Pajouh" userId="092cc9d1-7598-4713-831a-52d09f4d3d52" providerId="ADAL" clId="{19C410B3-F811-5142-B48E-5C1EA0087195}" dt="2026-03-03T13:37:52.754" v="17818" actId="20577"/>
          <ac:spMkLst>
            <pc:docMk/>
            <pc:sldMk cId="225407624" sldId="360"/>
            <ac:spMk id="40" creationId="{D00563B0-6588-44C8-B71E-D8DB26FB91A3}"/>
          </ac:spMkLst>
        </pc:spChg>
        <pc:spChg chg="mod">
          <ac:chgData name="Maurice Haghighi Pajouh" userId="092cc9d1-7598-4713-831a-52d09f4d3d52" providerId="ADAL" clId="{19C410B3-F811-5142-B48E-5C1EA0087195}" dt="2026-03-03T13:36:13.399" v="17464" actId="2711"/>
          <ac:spMkLst>
            <pc:docMk/>
            <pc:sldMk cId="225407624" sldId="360"/>
            <ac:spMk id="42" creationId="{2BA2E32F-8A95-17E0-560B-FF9945B04693}"/>
          </ac:spMkLst>
        </pc:spChg>
        <pc:spChg chg="mod">
          <ac:chgData name="Maurice Haghighi Pajouh" userId="092cc9d1-7598-4713-831a-52d09f4d3d52" providerId="ADAL" clId="{19C410B3-F811-5142-B48E-5C1EA0087195}" dt="2026-03-03T13:36:13.399" v="17464" actId="2711"/>
          <ac:spMkLst>
            <pc:docMk/>
            <pc:sldMk cId="225407624" sldId="360"/>
            <ac:spMk id="44" creationId="{945E2101-F2D7-868C-CAD1-579F88705A29}"/>
          </ac:spMkLst>
        </pc:spChg>
        <pc:picChg chg="mod">
          <ac:chgData name="Maurice Haghighi Pajouh" userId="092cc9d1-7598-4713-831a-52d09f4d3d52" providerId="ADAL" clId="{19C410B3-F811-5142-B48E-5C1EA0087195}" dt="2026-03-03T13:41:54.348" v="18483" actId="1076"/>
          <ac:picMkLst>
            <pc:docMk/>
            <pc:sldMk cId="225407624" sldId="360"/>
            <ac:picMk id="3" creationId="{1E74E494-53B3-F94F-5D19-F43AD4B5E62F}"/>
          </ac:picMkLst>
        </pc:picChg>
        <pc:picChg chg="add mod">
          <ac:chgData name="Maurice Haghighi Pajouh" userId="092cc9d1-7598-4713-831a-52d09f4d3d52" providerId="ADAL" clId="{19C410B3-F811-5142-B48E-5C1EA0087195}" dt="2026-03-03T13:42:49.594" v="18505" actId="207"/>
          <ac:picMkLst>
            <pc:docMk/>
            <pc:sldMk cId="225407624" sldId="360"/>
            <ac:picMk id="7" creationId="{2786292E-DA38-9FD4-22E8-A049BB54C9A7}"/>
          </ac:picMkLst>
        </pc:picChg>
      </pc:sldChg>
      <pc:sldChg chg="addSp modSp add mod">
        <pc:chgData name="Maurice Haghighi Pajouh" userId="092cc9d1-7598-4713-831a-52d09f4d3d52" providerId="ADAL" clId="{19C410B3-F811-5142-B48E-5C1EA0087195}" dt="2026-03-04T09:39:57.485" v="19675" actId="1076"/>
        <pc:sldMkLst>
          <pc:docMk/>
          <pc:sldMk cId="2728118632" sldId="361"/>
        </pc:sldMkLst>
        <pc:spChg chg="add mod">
          <ac:chgData name="Maurice Haghighi Pajouh" userId="092cc9d1-7598-4713-831a-52d09f4d3d52" providerId="ADAL" clId="{19C410B3-F811-5142-B48E-5C1EA0087195}" dt="2026-03-04T09:36:33.257" v="19429" actId="13926"/>
          <ac:spMkLst>
            <pc:docMk/>
            <pc:sldMk cId="2728118632" sldId="361"/>
            <ac:spMk id="3" creationId="{0141DDDA-B316-FE0D-A9F3-3BA930F1A6EF}"/>
          </ac:spMkLst>
        </pc:spChg>
        <pc:spChg chg="add">
          <ac:chgData name="Maurice Haghighi Pajouh" userId="092cc9d1-7598-4713-831a-52d09f4d3d52" providerId="ADAL" clId="{19C410B3-F811-5142-B48E-5C1EA0087195}" dt="2026-03-04T09:39:39.255" v="19641" actId="11529"/>
          <ac:spMkLst>
            <pc:docMk/>
            <pc:sldMk cId="2728118632" sldId="361"/>
            <ac:spMk id="7" creationId="{FCFC05FF-4C93-4EA4-C295-F1F09B7FE2C2}"/>
          </ac:spMkLst>
        </pc:spChg>
        <pc:spChg chg="add mod">
          <ac:chgData name="Maurice Haghighi Pajouh" userId="092cc9d1-7598-4713-831a-52d09f4d3d52" providerId="ADAL" clId="{19C410B3-F811-5142-B48E-5C1EA0087195}" dt="2026-03-04T09:39:57.485" v="19675" actId="1076"/>
          <ac:spMkLst>
            <pc:docMk/>
            <pc:sldMk cId="2728118632" sldId="361"/>
            <ac:spMk id="9" creationId="{DBA8458B-A5C8-3F92-6C3A-1499F42150A9}"/>
          </ac:spMkLst>
        </pc:spChg>
        <pc:graphicFrameChg chg="mod modGraphic">
          <ac:chgData name="Maurice Haghighi Pajouh" userId="092cc9d1-7598-4713-831a-52d09f4d3d52" providerId="ADAL" clId="{19C410B3-F811-5142-B48E-5C1EA0087195}" dt="2026-03-04T09:38:50.058" v="19634" actId="20577"/>
          <ac:graphicFrameMkLst>
            <pc:docMk/>
            <pc:sldMk cId="2728118632" sldId="361"/>
            <ac:graphicFrameMk id="4" creationId="{0DCA1232-CCD2-B9BE-905E-7501434515EF}"/>
          </ac:graphicFrameMkLst>
        </pc:graphicFrameChg>
        <pc:cxnChg chg="add mod">
          <ac:chgData name="Maurice Haghighi Pajouh" userId="092cc9d1-7598-4713-831a-52d09f4d3d52" providerId="ADAL" clId="{19C410B3-F811-5142-B48E-5C1EA0087195}" dt="2026-03-04T09:39:26.372" v="19640" actId="692"/>
          <ac:cxnSpMkLst>
            <pc:docMk/>
            <pc:sldMk cId="2728118632" sldId="361"/>
            <ac:cxnSpMk id="6" creationId="{0D26908C-9E71-500F-4D76-471E2EFA5843}"/>
          </ac:cxnSpMkLst>
        </pc:cxnChg>
      </pc:sldChg>
      <pc:sldChg chg="addSp delSp modSp add mod">
        <pc:chgData name="Maurice Haghighi Pajouh" userId="092cc9d1-7598-4713-831a-52d09f4d3d52" providerId="ADAL" clId="{19C410B3-F811-5142-B48E-5C1EA0087195}" dt="2026-03-04T10:07:59.623" v="19980" actId="478"/>
        <pc:sldMkLst>
          <pc:docMk/>
          <pc:sldMk cId="3729051316" sldId="362"/>
        </pc:sldMkLst>
        <pc:spChg chg="mod">
          <ac:chgData name="Maurice Haghighi Pajouh" userId="092cc9d1-7598-4713-831a-52d09f4d3d52" providerId="ADAL" clId="{19C410B3-F811-5142-B48E-5C1EA0087195}" dt="2026-03-04T10:06:12.519" v="19705" actId="20577"/>
          <ac:spMkLst>
            <pc:docMk/>
            <pc:sldMk cId="3729051316" sldId="362"/>
            <ac:spMk id="2" creationId="{CDD24427-D665-B0F1-39E0-A0FB4B3F34D1}"/>
          </ac:spMkLst>
        </pc:spChg>
        <pc:spChg chg="mod">
          <ac:chgData name="Maurice Haghighi Pajouh" userId="092cc9d1-7598-4713-831a-52d09f4d3d52" providerId="ADAL" clId="{19C410B3-F811-5142-B48E-5C1EA0087195}" dt="2026-03-04T10:07:56.197" v="19978" actId="20577"/>
          <ac:spMkLst>
            <pc:docMk/>
            <pc:sldMk cId="3729051316" sldId="362"/>
            <ac:spMk id="3" creationId="{56A4AF66-B696-3967-DE1A-0FD831B35DDA}"/>
          </ac:spMkLst>
        </pc:spChg>
        <pc:spChg chg="add del mod">
          <ac:chgData name="Maurice Haghighi Pajouh" userId="092cc9d1-7598-4713-831a-52d09f4d3d52" providerId="ADAL" clId="{19C410B3-F811-5142-B48E-5C1EA0087195}" dt="2026-03-04T10:07:59.623" v="19980" actId="478"/>
          <ac:spMkLst>
            <pc:docMk/>
            <pc:sldMk cId="3729051316" sldId="362"/>
            <ac:spMk id="4" creationId="{2E3ED15F-1094-86BB-B9F6-57FCBBC0ABCF}"/>
          </ac:spMkLst>
        </pc:spChg>
      </pc:sldChg>
    </pc:docChg>
  </pc:docChgLst>
  <pc:docChgLst>
    <pc:chgData name="Aaron Andrade" userId="S::aaron.andrade@ibm.com::f6ab82bd-0746-4adb-b54d-14f9e7e774a0" providerId="AD" clId="Web-{66F20BF0-58C0-C769-61CB-9085D4AC0821}"/>
    <pc:docChg chg="addSld modSld">
      <pc:chgData name="Aaron Andrade" userId="S::aaron.andrade@ibm.com::f6ab82bd-0746-4adb-b54d-14f9e7e774a0" providerId="AD" clId="Web-{66F20BF0-58C0-C769-61CB-9085D4AC0821}" dt="2026-02-19T07:42:05.954" v="613" actId="20577"/>
      <pc:docMkLst>
        <pc:docMk/>
      </pc:docMkLst>
      <pc:sldChg chg="addSp delSp modSp">
        <pc:chgData name="Aaron Andrade" userId="S::aaron.andrade@ibm.com::f6ab82bd-0746-4adb-b54d-14f9e7e774a0" providerId="AD" clId="Web-{66F20BF0-58C0-C769-61CB-9085D4AC0821}" dt="2026-02-19T07:18:55.759" v="32"/>
        <pc:sldMkLst>
          <pc:docMk/>
          <pc:sldMk cId="4073392979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1FCD6-73C1-DA41-BD14-3C462B9AF2AD}" type="datetimeFigureOut">
              <a:rPr lang="en-DE" smtClean="0"/>
              <a:t>3/3/26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E5C12-C884-DC48-AFE8-DA0EA67F23E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2599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FCB30-182A-58F1-AF85-6802BABBC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358E0CD-51A3-1991-34EC-56C11E9D4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2B76883-528E-75D4-8B91-51316A798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Eine Challenge ersetzen durch </a:t>
            </a:r>
            <a:r>
              <a:rPr lang="de-DE" dirty="0" err="1"/>
              <a:t>Andrew‘s</a:t>
            </a:r>
            <a:r>
              <a:rPr lang="de-DE" dirty="0"/>
              <a:t> Idee: Ein Meeting in der Lokation halten mit Leuten außerhalb von TLS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69908F-D1BD-8220-4F48-268455064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E5C12-C884-DC48-AFE8-DA0EA67F23E0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20656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729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908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295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170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995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5E590-3332-A407-D3EE-620813FF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DC109E-3B3D-5000-BE72-8D5BCAE7BA51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Ins="91440" bIns="4572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>
                <a:solidFill>
                  <a:srgbClr val="FFFFFF"/>
                </a:solidFill>
                <a:latin typeface="IBM Plex Sans"/>
              </a:rPr>
              <a:t>TLS MARKETING WEEK 2.0</a:t>
            </a:r>
            <a:endParaRPr lang="en-GB" sz="32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57229-11CD-1B74-B485-01E10493E76E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379F45-D7E9-EBE0-EAE6-0EB8FB4460C4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14629E-DE0B-6088-0ABB-D979D9E2E5AF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3B0716-81FD-026C-9396-CDAF3EA0B59A}"/>
              </a:ext>
            </a:extLst>
          </p:cNvPr>
          <p:cNvSpPr txBox="1"/>
          <p:nvPr/>
        </p:nvSpPr>
        <p:spPr>
          <a:xfrm>
            <a:off x="400422" y="1265240"/>
            <a:ext cx="11286167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Hi Team,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meine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Erwartungshaltung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für die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nächsten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Calls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ist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dass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wir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folgende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Punkte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erledigen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:</a:t>
            </a:r>
          </a:p>
          <a:p>
            <a:endParaRPr lang="en-US" sz="2500">
              <a:solidFill>
                <a:srgbClr val="21212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Call’s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aufsetzen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2mal die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Woche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– bitte Holger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einbinden</a:t>
            </a:r>
            <a:endParaRPr lang="en-US" sz="2500">
              <a:solidFill>
                <a:srgbClr val="21212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Klare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Liste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der To Do’s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wer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macht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was und bis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wann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?</a:t>
            </a:r>
          </a:p>
          <a:p>
            <a:pPr marL="457200" indent="-457200">
              <a:buAutoNum type="arabicPeriod"/>
            </a:pP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Was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fehlt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uns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noch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?</a:t>
            </a:r>
          </a:p>
          <a:p>
            <a:pPr marL="457200" indent="-457200">
              <a:buAutoNum type="arabicPeriod"/>
            </a:pP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Wenn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brauchen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wir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aus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den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Märkten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?</a:t>
            </a:r>
          </a:p>
          <a:p>
            <a:pPr marL="457200" indent="-457200">
              <a:buAutoNum type="arabicPeriod"/>
            </a:pP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Was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sind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die Challenges die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wir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während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der Marketing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ausgeben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(nicht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zu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viel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) –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priorisiert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auf Basis Eurer Sicht</a:t>
            </a:r>
          </a:p>
          <a:p>
            <a:pPr marL="457200" indent="-457200">
              <a:buAutoNum type="arabicPeriod"/>
            </a:pP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Kommunikationsmatrix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– was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müssen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wir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wann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rausschicken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wer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bereite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die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Kommunikation</a:t>
            </a:r>
            <a:r>
              <a:rPr lang="en-US" sz="25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vor</a:t>
            </a:r>
            <a:endParaRPr lang="en-US" sz="2500">
              <a:solidFill>
                <a:srgbClr val="21212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GB" sz="25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3392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106DB-F309-D383-7E56-F6562EBBD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12DA70-692C-A1E5-F757-182B7088876D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Ins="91440" bIns="4572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US" sz="3200">
                <a:solidFill>
                  <a:srgbClr val="FFFFFF"/>
                </a:solidFill>
                <a:ea typeface="+mn-lt"/>
                <a:cs typeface="+mn-lt"/>
              </a:rPr>
              <a:t>Klare </a:t>
            </a:r>
            <a:r>
              <a:rPr lang="en-US" sz="3200" err="1">
                <a:solidFill>
                  <a:srgbClr val="FFFFFF"/>
                </a:solidFill>
                <a:ea typeface="+mn-lt"/>
                <a:cs typeface="+mn-lt"/>
              </a:rPr>
              <a:t>Liste</a:t>
            </a:r>
            <a:r>
              <a:rPr lang="en-US" sz="3200">
                <a:solidFill>
                  <a:srgbClr val="FFFFFF"/>
                </a:solidFill>
                <a:ea typeface="+mn-lt"/>
                <a:cs typeface="+mn-lt"/>
              </a:rPr>
              <a:t> der To Do’s </a:t>
            </a:r>
            <a:r>
              <a:rPr lang="en-US" sz="3200" err="1">
                <a:solidFill>
                  <a:srgbClr val="FFFFFF"/>
                </a:solidFill>
                <a:ea typeface="+mn-lt"/>
                <a:cs typeface="+mn-lt"/>
              </a:rPr>
              <a:t>wer</a:t>
            </a:r>
            <a:r>
              <a:rPr lang="en-US" sz="320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en-US" sz="3200" err="1">
                <a:solidFill>
                  <a:srgbClr val="FFFFFF"/>
                </a:solidFill>
                <a:ea typeface="+mn-lt"/>
                <a:cs typeface="+mn-lt"/>
              </a:rPr>
              <a:t>macht</a:t>
            </a:r>
            <a:r>
              <a:rPr lang="en-US" sz="3200">
                <a:solidFill>
                  <a:srgbClr val="FFFFFF"/>
                </a:solidFill>
                <a:ea typeface="+mn-lt"/>
                <a:cs typeface="+mn-lt"/>
              </a:rPr>
              <a:t> was und bis </a:t>
            </a:r>
            <a:r>
              <a:rPr lang="en-US" sz="3200" err="1">
                <a:solidFill>
                  <a:srgbClr val="FFFFFF"/>
                </a:solidFill>
                <a:ea typeface="+mn-lt"/>
                <a:cs typeface="+mn-lt"/>
              </a:rPr>
              <a:t>wann</a:t>
            </a:r>
            <a:r>
              <a:rPr lang="en-US" sz="3200">
                <a:solidFill>
                  <a:srgbClr val="FFFFFF"/>
                </a:solidFill>
                <a:ea typeface="+mn-lt"/>
                <a:cs typeface="+mn-lt"/>
              </a:rPr>
              <a:t>?</a:t>
            </a:r>
            <a:endParaRPr lang="en-GB" sz="3200">
              <a:solidFill>
                <a:srgbClr val="FFFFFF"/>
              </a:solidFill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117C7-732E-666D-B28A-20712400C86C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5B7C5C-5D2B-5B43-B8C6-82A79090F171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15CB4C-7183-30BC-E6D2-C9816AD92A96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99AC3250-0D4B-3682-C366-AAC1AF216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531165"/>
              </p:ext>
            </p:extLst>
          </p:nvPr>
        </p:nvGraphicFramePr>
        <p:xfrm>
          <a:off x="454838" y="1027206"/>
          <a:ext cx="11342412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09896">
                  <a:extLst>
                    <a:ext uri="{9D8B030D-6E8A-4147-A177-3AD203B41FA5}">
                      <a16:colId xmlns:a16="http://schemas.microsoft.com/office/drawing/2014/main" val="2351155250"/>
                    </a:ext>
                  </a:extLst>
                </a:gridCol>
                <a:gridCol w="5732516">
                  <a:extLst>
                    <a:ext uri="{9D8B030D-6E8A-4147-A177-3AD203B41FA5}">
                      <a16:colId xmlns:a16="http://schemas.microsoft.com/office/drawing/2014/main" val="3747315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Task / Item - Aaron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Deadline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77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5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LinkedIn-Beiträge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500"/>
                        <a:t>Bis Ende dieser Woche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19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5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Beginne die Nachricht vor Beginn der Marketing Week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5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Bis Ende dieser Woche</a:t>
                      </a:r>
                      <a:endParaRPr lang="en-US" sz="1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672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Anzahl der Poster &amp; Auflösung mit Inga/Christoph abstimmen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500"/>
                        <a:t>Donnerstag 26. Feb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309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Verteiler Jelena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5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Bis Ende dieser Woche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2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1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341567"/>
                  </a:ext>
                </a:extLst>
              </a:tr>
            </a:tbl>
          </a:graphicData>
        </a:graphic>
      </p:graphicFrame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0B444D05-52A5-932C-1EC8-28B0EA933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507178"/>
              </p:ext>
            </p:extLst>
          </p:nvPr>
        </p:nvGraphicFramePr>
        <p:xfrm>
          <a:off x="454837" y="3849918"/>
          <a:ext cx="11342412" cy="25929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09896">
                  <a:extLst>
                    <a:ext uri="{9D8B030D-6E8A-4147-A177-3AD203B41FA5}">
                      <a16:colId xmlns:a16="http://schemas.microsoft.com/office/drawing/2014/main" val="2351155250"/>
                    </a:ext>
                  </a:extLst>
                </a:gridCol>
                <a:gridCol w="5732516">
                  <a:extLst>
                    <a:ext uri="{9D8B030D-6E8A-4147-A177-3AD203B41FA5}">
                      <a16:colId xmlns:a16="http://schemas.microsoft.com/office/drawing/2014/main" val="3747315814"/>
                    </a:ext>
                  </a:extLst>
                </a:gridCol>
              </a:tblGrid>
              <a:tr h="367862">
                <a:tc>
                  <a:txBody>
                    <a:bodyPr/>
                    <a:lstStyle/>
                    <a:p>
                      <a:r>
                        <a:rPr lang="de-DE"/>
                        <a:t>Task / Item - Maurice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Deadline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77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Market Leader kontaktieren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Heute (26. Februar)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19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Intro-Video schneiden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4. März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672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Erklär (Assistant)-Video schneiden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5. März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309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Template erstellen für Main-Videos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9. März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2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1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341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6651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13609-8266-8E28-33E8-1085DB07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F5B22C-B43C-511F-1F45-6C48C181EF96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Ins="91440" bIns="4572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>
                <a:solidFill>
                  <a:srgbClr val="FFFFFF"/>
                </a:solidFill>
                <a:latin typeface="IBM Plex Sans"/>
              </a:rPr>
              <a:t>KOMMUNIKATIONSMATRIX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3F5550-7955-3C6D-AF0C-3EDEB5D673D7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ADD38C-164A-9A68-755B-B7F0C3EC3687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7800F-857D-DF30-D59D-DB95EA019945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8F1E45E-8594-1E76-772C-D39425FD8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337611"/>
              </p:ext>
            </p:extLst>
          </p:nvPr>
        </p:nvGraphicFramePr>
        <p:xfrm>
          <a:off x="499089" y="958684"/>
          <a:ext cx="11193516" cy="57023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65586">
                  <a:extLst>
                    <a:ext uri="{9D8B030D-6E8A-4147-A177-3AD203B41FA5}">
                      <a16:colId xmlns:a16="http://schemas.microsoft.com/office/drawing/2014/main" val="3299593902"/>
                    </a:ext>
                  </a:extLst>
                </a:gridCol>
                <a:gridCol w="1865586">
                  <a:extLst>
                    <a:ext uri="{9D8B030D-6E8A-4147-A177-3AD203B41FA5}">
                      <a16:colId xmlns:a16="http://schemas.microsoft.com/office/drawing/2014/main" val="2029911984"/>
                    </a:ext>
                  </a:extLst>
                </a:gridCol>
                <a:gridCol w="1865586">
                  <a:extLst>
                    <a:ext uri="{9D8B030D-6E8A-4147-A177-3AD203B41FA5}">
                      <a16:colId xmlns:a16="http://schemas.microsoft.com/office/drawing/2014/main" val="654176500"/>
                    </a:ext>
                  </a:extLst>
                </a:gridCol>
                <a:gridCol w="1865586">
                  <a:extLst>
                    <a:ext uri="{9D8B030D-6E8A-4147-A177-3AD203B41FA5}">
                      <a16:colId xmlns:a16="http://schemas.microsoft.com/office/drawing/2014/main" val="680818528"/>
                    </a:ext>
                  </a:extLst>
                </a:gridCol>
                <a:gridCol w="1865586">
                  <a:extLst>
                    <a:ext uri="{9D8B030D-6E8A-4147-A177-3AD203B41FA5}">
                      <a16:colId xmlns:a16="http://schemas.microsoft.com/office/drawing/2014/main" val="3118187848"/>
                    </a:ext>
                  </a:extLst>
                </a:gridCol>
                <a:gridCol w="1865586">
                  <a:extLst>
                    <a:ext uri="{9D8B030D-6E8A-4147-A177-3AD203B41FA5}">
                      <a16:colId xmlns:a16="http://schemas.microsoft.com/office/drawing/2014/main" val="1083353665"/>
                    </a:ext>
                  </a:extLst>
                </a:gridCol>
              </a:tblGrid>
              <a:tr h="714703">
                <a:tc>
                  <a:txBody>
                    <a:bodyPr/>
                    <a:lstStyle/>
                    <a:p>
                      <a:r>
                        <a:rPr lang="de-DE" sz="1600"/>
                        <a:t>Wer?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An Wen?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Was?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Wann?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Wie?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Warum?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1563"/>
                  </a:ext>
                </a:extLst>
              </a:tr>
              <a:tr h="845557">
                <a:tc>
                  <a:txBody>
                    <a:bodyPr/>
                    <a:lstStyle/>
                    <a:p>
                      <a:r>
                        <a:rPr lang="de-DE" sz="1600"/>
                        <a:t>Christoph</a:t>
                      </a:r>
                    </a:p>
                    <a:p>
                      <a:endParaRPr lang="de-DE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Market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Welche Form von Support benötigt wird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2. März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Sales Leadership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Vorbereitungspuffer für die Market Leader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969932"/>
                  </a:ext>
                </a:extLst>
              </a:tr>
              <a:tr h="714703">
                <a:tc>
                  <a:txBody>
                    <a:bodyPr/>
                    <a:lstStyle/>
                    <a:p>
                      <a:r>
                        <a:rPr lang="de-DE" sz="1600"/>
                        <a:t>Maurice &amp; Aaron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Market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Annahme der Sticker / Poster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1"/>
                        <a:t>DL</a:t>
                      </a:r>
                      <a:r>
                        <a:rPr lang="de-DE" sz="1600"/>
                        <a:t> 6. März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0"/>
                        <a:t>1:1 Meeting + E-Mail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err="1"/>
                        <a:t>Req</a:t>
                      </a:r>
                      <a:r>
                        <a:rPr lang="de-DE" sz="1600"/>
                        <a:t>. für </a:t>
                      </a:r>
                      <a:r>
                        <a:rPr lang="de-DE" sz="1600" err="1"/>
                        <a:t>Forwarding</a:t>
                      </a:r>
                      <a:r>
                        <a:rPr lang="de-DE" sz="160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941876"/>
                  </a:ext>
                </a:extLst>
              </a:tr>
              <a:tr h="71470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/>
                        <a:t>Market Leader</a:t>
                      </a:r>
                    </a:p>
                    <a:p>
                      <a:endParaRPr lang="de-DE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/>
                        <a:t>Rep. vor Ort</a:t>
                      </a:r>
                    </a:p>
                    <a:p>
                      <a:endParaRPr lang="de-DE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Zuweisung für Verteilung Sticker / Poster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1"/>
                        <a:t>DL </a:t>
                      </a:r>
                      <a:r>
                        <a:rPr lang="de-DE" sz="1600" b="0"/>
                        <a:t>13. März</a:t>
                      </a:r>
                      <a:endParaRPr lang="de-DE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Direkte Zuweisung von Market Leader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27491"/>
                  </a:ext>
                </a:extLst>
              </a:tr>
              <a:tr h="714703">
                <a:tc>
                  <a:txBody>
                    <a:bodyPr/>
                    <a:lstStyle/>
                    <a:p>
                      <a:r>
                        <a:rPr lang="de-DE" sz="1600"/>
                        <a:t>Maurice &amp; Aaron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TLS Member</a:t>
                      </a:r>
                      <a:br>
                        <a:rPr lang="de-DE" sz="1600"/>
                      </a:br>
                      <a:r>
                        <a:rPr lang="de-DE" sz="1600"/>
                        <a:t>Sales + </a:t>
                      </a:r>
                      <a:r>
                        <a:rPr lang="de-DE" sz="1600" err="1"/>
                        <a:t>Delivery</a:t>
                      </a:r>
                      <a:endParaRPr lang="de-DE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Intro Video + Intro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1"/>
                        <a:t>DL </a:t>
                      </a:r>
                      <a:r>
                        <a:rPr lang="de-DE" sz="1600" b="0"/>
                        <a:t>18. März</a:t>
                      </a:r>
                      <a:endParaRPr lang="de-DE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E-Mail inkl. Flyer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Bekanntmachung</a:t>
                      </a:r>
                    </a:p>
                    <a:p>
                      <a:endParaRPr lang="de-DE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49320"/>
                  </a:ext>
                </a:extLst>
              </a:tr>
              <a:tr h="714703">
                <a:tc>
                  <a:txBody>
                    <a:bodyPr/>
                    <a:lstStyle/>
                    <a:p>
                      <a:r>
                        <a:rPr lang="de-DE" sz="1600"/>
                        <a:t>Inga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1" err="1"/>
                        <a:t>unknown</a:t>
                      </a:r>
                      <a:endParaRPr lang="de-DE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0"/>
                        <a:t>Anfrage für Verteiler außerhalb TLS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1"/>
                        <a:t>DL </a:t>
                      </a:r>
                      <a:r>
                        <a:rPr lang="de-DE" sz="1600" b="0"/>
                        <a:t>13. März</a:t>
                      </a:r>
                      <a:endParaRPr lang="de-DE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E-Mail / Slack / </a:t>
                      </a:r>
                      <a:r>
                        <a:rPr lang="de-DE" sz="1600" err="1"/>
                        <a:t>free</a:t>
                      </a:r>
                      <a:r>
                        <a:rPr lang="de-DE" sz="1600"/>
                        <a:t> </a:t>
                      </a:r>
                      <a:r>
                        <a:rPr lang="de-DE" sz="1600" err="1"/>
                        <a:t>choice</a:t>
                      </a:r>
                      <a:endParaRPr lang="de-DE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Verteiler unbekannt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735239"/>
                  </a:ext>
                </a:extLst>
              </a:tr>
              <a:tr h="714703">
                <a:tc>
                  <a:txBody>
                    <a:bodyPr/>
                    <a:lstStyle/>
                    <a:p>
                      <a:r>
                        <a:rPr lang="de-DE" sz="1600"/>
                        <a:t>Inga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0"/>
                        <a:t>Maurice &amp; Aaron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0"/>
                        <a:t>Verteilerliste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b="0"/>
                        <a:t>13. März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E-Mail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Maurice &amp; Aaron benötigen den Verteiler für </a:t>
                      </a:r>
                      <a:r>
                        <a:rPr lang="de-DE" sz="1600" err="1"/>
                        <a:t>Scope</a:t>
                      </a:r>
                      <a:r>
                        <a:rPr lang="de-DE" sz="1600"/>
                        <a:t> außerhalb TLS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226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02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E1072-AC23-0947-6603-3669BE75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590A41-8131-78A4-7125-B7839DD7CC2C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Ins="91440" bIns="4572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Was </a:t>
            </a:r>
            <a:r>
              <a:rPr lang="en-US" sz="3200" err="1">
                <a:solidFill>
                  <a:schemeClr val="bg1"/>
                </a:solidFill>
                <a:ea typeface="+mn-lt"/>
                <a:cs typeface="+mn-lt"/>
              </a:rPr>
              <a:t>fehlt</a:t>
            </a: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en-US" sz="3200" err="1">
                <a:solidFill>
                  <a:schemeClr val="bg1"/>
                </a:solidFill>
                <a:ea typeface="+mn-lt"/>
                <a:cs typeface="+mn-lt"/>
              </a:rPr>
              <a:t>uns</a:t>
            </a: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en-US" sz="3200" err="1">
                <a:solidFill>
                  <a:schemeClr val="bg1"/>
                </a:solidFill>
                <a:ea typeface="+mn-lt"/>
                <a:cs typeface="+mn-lt"/>
              </a:rPr>
              <a:t>noch</a:t>
            </a: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GB" sz="32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E58AA-53F3-DCF0-FB62-B34091B906A0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B0B91E-36FA-F8B7-CD64-82DF52B28795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56A9AF-A137-5EB7-B3F1-3331BA10872D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15A15162-09F0-667C-76D3-DF300AD82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813032"/>
              </p:ext>
            </p:extLst>
          </p:nvPr>
        </p:nvGraphicFramePr>
        <p:xfrm>
          <a:off x="447983" y="1283167"/>
          <a:ext cx="10930854" cy="46993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30854">
                  <a:extLst>
                    <a:ext uri="{9D8B030D-6E8A-4147-A177-3AD203B41FA5}">
                      <a16:colId xmlns:a16="http://schemas.microsoft.com/office/drawing/2014/main" val="2351155250"/>
                    </a:ext>
                  </a:extLst>
                </a:gridCol>
              </a:tblGrid>
              <a:tr h="671332">
                <a:tc>
                  <a:txBody>
                    <a:bodyPr/>
                    <a:lstStyle/>
                    <a:p>
                      <a:r>
                        <a:rPr lang="de-DE" sz="2000"/>
                        <a:t>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777987"/>
                  </a:ext>
                </a:extLst>
              </a:tr>
              <a:tr h="6713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Poster</a:t>
                      </a: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197369"/>
                  </a:ext>
                </a:extLst>
              </a:tr>
              <a:tr h="67133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b="0" i="0" u="none" strike="noStrike" noProof="0">
                          <a:solidFill>
                            <a:srgbClr val="000000"/>
                          </a:solidFill>
                        </a:rPr>
                        <a:t>Market Leader für jeden Markt, also AP für jeden Markt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672755"/>
                  </a:ext>
                </a:extLst>
              </a:tr>
              <a:tr h="67133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Tägliches Video</a:t>
                      </a: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309057"/>
                  </a:ext>
                </a:extLst>
              </a:tr>
              <a:tr h="671332">
                <a:tc>
                  <a:txBody>
                    <a:bodyPr/>
                    <a:lstStyle/>
                    <a:p>
                      <a:r>
                        <a:rPr lang="de-DE"/>
                        <a:t>Verteiler für Brands außerhalb TLS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2701"/>
                  </a:ext>
                </a:extLst>
              </a:tr>
              <a:tr h="671332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1808"/>
                  </a:ext>
                </a:extLst>
              </a:tr>
              <a:tr h="671332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341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04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211BA-F67B-6474-BC93-BE8BEC526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15457F-7BD8-FCA0-B77E-A33F9606C12B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Ins="91440" bIns="4572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Wenn und was </a:t>
            </a:r>
            <a:r>
              <a:rPr lang="en-US" sz="3200" err="1">
                <a:solidFill>
                  <a:schemeClr val="bg1"/>
                </a:solidFill>
                <a:ea typeface="+mn-lt"/>
                <a:cs typeface="+mn-lt"/>
              </a:rPr>
              <a:t>brauchen</a:t>
            </a: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en-US" sz="3200" err="1">
                <a:solidFill>
                  <a:schemeClr val="bg1"/>
                </a:solidFill>
                <a:ea typeface="+mn-lt"/>
                <a:cs typeface="+mn-lt"/>
              </a:rPr>
              <a:t>wir</a:t>
            </a: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en-US" sz="3200" err="1">
                <a:solidFill>
                  <a:schemeClr val="bg1"/>
                </a:solidFill>
                <a:ea typeface="+mn-lt"/>
                <a:cs typeface="+mn-lt"/>
              </a:rPr>
              <a:t>aus</a:t>
            </a: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 den </a:t>
            </a:r>
            <a:r>
              <a:rPr lang="en-US" sz="3200" err="1">
                <a:solidFill>
                  <a:schemeClr val="bg1"/>
                </a:solidFill>
                <a:ea typeface="+mn-lt"/>
                <a:cs typeface="+mn-lt"/>
              </a:rPr>
              <a:t>Märkten</a:t>
            </a: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8A88B-F79C-F47D-3172-1D2B6655E10D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4D6972-5299-B446-48F8-C651A8020383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7BB451-3161-4839-C454-327DCF0987ED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6DCC38DE-8805-7D58-466D-BBB333A4B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318840"/>
              </p:ext>
            </p:extLst>
          </p:nvPr>
        </p:nvGraphicFramePr>
        <p:xfrm>
          <a:off x="631914" y="829908"/>
          <a:ext cx="10930854" cy="3048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30854">
                  <a:extLst>
                    <a:ext uri="{9D8B030D-6E8A-4147-A177-3AD203B41FA5}">
                      <a16:colId xmlns:a16="http://schemas.microsoft.com/office/drawing/2014/main" val="2351155250"/>
                    </a:ext>
                  </a:extLst>
                </a:gridCol>
              </a:tblGrid>
              <a:tr h="332821">
                <a:tc>
                  <a:txBody>
                    <a:bodyPr/>
                    <a:lstStyle/>
                    <a:p>
                      <a:r>
                        <a:rPr lang="de-DE" sz="2000"/>
                        <a:t>Wen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777987"/>
                  </a:ext>
                </a:extLst>
              </a:tr>
              <a:tr h="3328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UKI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197369"/>
                  </a:ext>
                </a:extLst>
              </a:tr>
              <a:tr h="33282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b="0" i="0" u="none" strike="noStrike" noProof="0">
                          <a:solidFill>
                            <a:srgbClr val="000000"/>
                          </a:solidFill>
                        </a:rPr>
                        <a:t>SPGI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672755"/>
                  </a:ext>
                </a:extLst>
              </a:tr>
              <a:tr h="332821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Italien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309057"/>
                  </a:ext>
                </a:extLst>
              </a:tr>
              <a:tr h="332821">
                <a:tc>
                  <a:txBody>
                    <a:bodyPr/>
                    <a:lstStyle/>
                    <a:p>
                      <a:r>
                        <a:rPr lang="de-DE"/>
                        <a:t>Frankreich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2701"/>
                  </a:ext>
                </a:extLst>
              </a:tr>
              <a:tr h="332821">
                <a:tc>
                  <a:txBody>
                    <a:bodyPr/>
                    <a:lstStyle/>
                    <a:p>
                      <a:r>
                        <a:rPr lang="de-DE"/>
                        <a:t>NCEE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1808"/>
                  </a:ext>
                </a:extLst>
              </a:tr>
              <a:tr h="332821">
                <a:tc>
                  <a:txBody>
                    <a:bodyPr/>
                    <a:lstStyle/>
                    <a:p>
                      <a:r>
                        <a:rPr lang="de-DE"/>
                        <a:t>MEA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341567"/>
                  </a:ext>
                </a:extLst>
              </a:tr>
              <a:tr h="3328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/>
                        <a:t>DACH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180687"/>
                  </a:ext>
                </a:extLst>
              </a:tr>
            </a:tbl>
          </a:graphicData>
        </a:graphic>
      </p:graphicFrame>
      <p:graphicFrame>
        <p:nvGraphicFramePr>
          <p:cNvPr id="7" name="Tabelle 3">
            <a:extLst>
              <a:ext uri="{FF2B5EF4-FFF2-40B4-BE49-F238E27FC236}">
                <a16:creationId xmlns:a16="http://schemas.microsoft.com/office/drawing/2014/main" id="{02333875-8654-1173-9F5E-F9088F3F5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150315"/>
              </p:ext>
            </p:extLst>
          </p:nvPr>
        </p:nvGraphicFramePr>
        <p:xfrm>
          <a:off x="631914" y="4042132"/>
          <a:ext cx="10930854" cy="249198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30854">
                  <a:extLst>
                    <a:ext uri="{9D8B030D-6E8A-4147-A177-3AD203B41FA5}">
                      <a16:colId xmlns:a16="http://schemas.microsoft.com/office/drawing/2014/main" val="2351155250"/>
                    </a:ext>
                  </a:extLst>
                </a:gridCol>
              </a:tblGrid>
              <a:tr h="394137">
                <a:tc>
                  <a:txBody>
                    <a:bodyPr/>
                    <a:lstStyle/>
                    <a:p>
                      <a:r>
                        <a:rPr lang="de-DE" sz="2000"/>
                        <a:t>Was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777987"/>
                  </a:ext>
                </a:extLst>
              </a:tr>
              <a:tr h="3328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5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Jeder AP sollte die Poster in seiner Filiale aufhängen.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197369"/>
                  </a:ext>
                </a:extLst>
              </a:tr>
              <a:tr h="33282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Jeder AP sollte die Stickers in seiner Region verteilen.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672755"/>
                  </a:ext>
                </a:extLst>
              </a:tr>
              <a:tr h="33282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Jeder AP sollte seinen Mitarbeitern eine Nachricht zur Mitarbeiterbindung senden.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309057"/>
                  </a:ext>
                </a:extLst>
              </a:tr>
              <a:tr h="332821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2701"/>
                  </a:ext>
                </a:extLst>
              </a:tr>
              <a:tr h="332821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1808"/>
                  </a:ext>
                </a:extLst>
              </a:tr>
              <a:tr h="332821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341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35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051F5-C048-53A2-448C-EA111CDA5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219DCF-1F3F-E04E-1B38-5439DBDBCF60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Ins="91440" bIns="4572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ea typeface="+mn-lt"/>
                <a:cs typeface="+mn-lt"/>
              </a:rPr>
              <a:t>Challenges – Tag x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E7464-7AD9-16BD-2D34-899568D0993E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4CFA8C-A5E2-6D35-D7FB-6F8E3B48F36C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DC48C8-9279-EFE1-65A2-14516DACC6BD}"/>
              </a:ext>
            </a:extLst>
          </p:cNvPr>
          <p:cNvSpPr txBox="1"/>
          <p:nvPr/>
        </p:nvSpPr>
        <p:spPr>
          <a:xfrm>
            <a:off x="731520" y="6537960"/>
            <a:ext cx="242887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 EMEA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0B9ED-306F-21E9-D0D7-17B3B6211025}"/>
              </a:ext>
            </a:extLst>
          </p:cNvPr>
          <p:cNvSpPr txBox="1"/>
          <p:nvPr/>
        </p:nvSpPr>
        <p:spPr>
          <a:xfrm>
            <a:off x="480238" y="1466018"/>
            <a:ext cx="11231217" cy="34072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50"/>
              </a:lnSpc>
            </a:pPr>
            <a:r>
              <a:rPr lang="en-US" sz="1600" b="1" dirty="0">
                <a:latin typeface="Helvetica Neue"/>
                <a:cs typeface="Segoe UI"/>
              </a:rPr>
              <a:t>Tag #1 </a:t>
            </a:r>
          </a:p>
          <a:p>
            <a:pPr>
              <a:lnSpc>
                <a:spcPts val="1950"/>
              </a:lnSpc>
            </a:pPr>
            <a:endParaRPr lang="en-US" sz="1600" b="1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b="1" dirty="0">
                <a:latin typeface="Helvetica Neue"/>
                <a:cs typeface="Segoe UI"/>
              </a:rPr>
              <a:t>Die GM Challenge: </a:t>
            </a:r>
            <a:br>
              <a:rPr lang="en-US" sz="1600" b="1" dirty="0">
                <a:latin typeface="Helvetica Neue"/>
                <a:cs typeface="Segoe UI"/>
              </a:rPr>
            </a:br>
            <a:br>
              <a:rPr lang="en-US" sz="1600" b="1" dirty="0">
                <a:latin typeface="Helvetica Neue"/>
                <a:cs typeface="Segoe UI"/>
              </a:rPr>
            </a:br>
            <a:r>
              <a:rPr lang="en-US" sz="1600" dirty="0">
                <a:latin typeface="Helvetica Neue"/>
                <a:cs typeface="Segoe UI"/>
              </a:rPr>
              <a:t>Der / die GM des </a:t>
            </a:r>
            <a:r>
              <a:rPr lang="en-US" sz="1600" dirty="0" err="1">
                <a:latin typeface="Helvetica Neue"/>
                <a:cs typeface="Segoe UI"/>
              </a:rPr>
              <a:t>jeweiligen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Marktes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nimmt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ein</a:t>
            </a:r>
            <a:r>
              <a:rPr lang="en-US" sz="1600" dirty="0">
                <a:latin typeface="Helvetica Neue"/>
                <a:cs typeface="Segoe UI"/>
              </a:rPr>
              <a:t> Video auf </a:t>
            </a:r>
            <a:r>
              <a:rPr lang="en-US" sz="1600" dirty="0" err="1">
                <a:latin typeface="Helvetica Neue"/>
                <a:cs typeface="Segoe UI"/>
              </a:rPr>
              <a:t>als</a:t>
            </a:r>
            <a:r>
              <a:rPr lang="en-US" sz="1600" dirty="0">
                <a:latin typeface="Helvetica Neue"/>
                <a:cs typeface="Segoe UI"/>
              </a:rPr>
              <a:t> Botschaft für den </a:t>
            </a:r>
            <a:r>
              <a:rPr lang="en-US" sz="1600" dirty="0" err="1">
                <a:latin typeface="Helvetica Neue"/>
                <a:cs typeface="Segoe UI"/>
              </a:rPr>
              <a:t>gesamten</a:t>
            </a:r>
            <a:r>
              <a:rPr lang="en-US" sz="1600" dirty="0">
                <a:latin typeface="Helvetica Neue"/>
                <a:cs typeface="Segoe UI"/>
              </a:rPr>
              <a:t> Markt</a:t>
            </a: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Content: Was TLS </a:t>
            </a:r>
            <a:r>
              <a:rPr lang="en-US" sz="1600" dirty="0" err="1">
                <a:latin typeface="Helvetica Neue"/>
                <a:cs typeface="Segoe UI"/>
              </a:rPr>
              <a:t>tolles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macht</a:t>
            </a:r>
            <a:r>
              <a:rPr lang="en-US" sz="1600" dirty="0">
                <a:latin typeface="Helvetica Neue"/>
                <a:cs typeface="Segoe UI"/>
              </a:rPr>
              <a:t> </a:t>
            </a: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</a:t>
            </a:r>
            <a:r>
              <a:rPr lang="en-US" sz="1600" dirty="0" err="1">
                <a:latin typeface="Helvetica Neue"/>
                <a:cs typeface="Segoe UI"/>
              </a:rPr>
              <a:t>Setzen</a:t>
            </a:r>
            <a:r>
              <a:rPr lang="en-US" sz="1600" dirty="0">
                <a:latin typeface="Helvetica Neue"/>
                <a:cs typeface="Segoe UI"/>
              </a:rPr>
              <a:t> deadline in der MW</a:t>
            </a: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</a:t>
            </a:r>
            <a:r>
              <a:rPr lang="en-US" sz="1600" dirty="0" err="1">
                <a:latin typeface="Helvetica Neue"/>
                <a:cs typeface="Segoe UI"/>
              </a:rPr>
              <a:t>Bestes</a:t>
            </a:r>
            <a:r>
              <a:rPr lang="en-US" sz="1600" dirty="0">
                <a:latin typeface="Helvetica Neue"/>
                <a:cs typeface="Segoe UI"/>
              </a:rPr>
              <a:t> Video </a:t>
            </a:r>
            <a:r>
              <a:rPr lang="en-US" sz="1600" dirty="0" err="1">
                <a:latin typeface="Helvetica Neue"/>
                <a:cs typeface="Segoe UI"/>
              </a:rPr>
              <a:t>gewinnt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xyz</a:t>
            </a:r>
            <a:r>
              <a:rPr lang="en-US" sz="1600" dirty="0">
                <a:latin typeface="Helvetica Neue"/>
                <a:cs typeface="Segoe UI"/>
              </a:rPr>
              <a:t> – </a:t>
            </a:r>
            <a:r>
              <a:rPr lang="en-US" sz="1600" dirty="0" err="1">
                <a:latin typeface="Helvetica Neue"/>
                <a:cs typeface="Segoe UI"/>
              </a:rPr>
              <a:t>im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besten</a:t>
            </a:r>
            <a:r>
              <a:rPr lang="en-US" sz="1600" dirty="0">
                <a:latin typeface="Helvetica Neue"/>
                <a:cs typeface="Segoe UI"/>
              </a:rPr>
              <a:t> Fall </a:t>
            </a:r>
            <a:r>
              <a:rPr lang="en-US" sz="1600" dirty="0" err="1">
                <a:latin typeface="Helvetica Neue"/>
                <a:cs typeface="Segoe UI"/>
              </a:rPr>
              <a:t>etwas</a:t>
            </a:r>
            <a:r>
              <a:rPr lang="en-US" sz="1600" dirty="0">
                <a:latin typeface="Helvetica Neue"/>
                <a:cs typeface="Segoe UI"/>
              </a:rPr>
              <a:t> für den </a:t>
            </a:r>
            <a:r>
              <a:rPr lang="en-US" sz="1600" dirty="0" err="1">
                <a:latin typeface="Helvetica Neue"/>
                <a:cs typeface="Segoe UI"/>
              </a:rPr>
              <a:t>ganzen</a:t>
            </a:r>
            <a:r>
              <a:rPr lang="en-US" sz="1600" dirty="0">
                <a:latin typeface="Helvetica Neue"/>
                <a:cs typeface="Segoe UI"/>
              </a:rPr>
              <a:t> Markt</a:t>
            </a: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Horizon und Select </a:t>
            </a:r>
            <a:r>
              <a:rPr lang="en-US" sz="1600" dirty="0" err="1">
                <a:latin typeface="Helvetica Neue"/>
                <a:cs typeface="Segoe UI"/>
              </a:rPr>
              <a:t>fokussiert</a:t>
            </a:r>
            <a:r>
              <a:rPr lang="en-US" sz="1600" dirty="0">
                <a:latin typeface="Helvetica Neue"/>
                <a:cs typeface="Segoe UI"/>
              </a:rPr>
              <a:t> – </a:t>
            </a:r>
            <a:r>
              <a:rPr lang="en-US" sz="1600" dirty="0" err="1">
                <a:latin typeface="Helvetica Neue"/>
                <a:cs typeface="Segoe UI"/>
              </a:rPr>
              <a:t>Strategiefokus</a:t>
            </a:r>
            <a:r>
              <a:rPr lang="en-US" sz="1600" dirty="0">
                <a:latin typeface="Helvetica Neue"/>
                <a:cs typeface="Segoe UI"/>
              </a:rPr>
              <a:t> von Andrew / Daniel</a:t>
            </a:r>
          </a:p>
          <a:p>
            <a:pPr>
              <a:lnSpc>
                <a:spcPts val="1950"/>
              </a:lnSpc>
            </a:pPr>
            <a:br>
              <a:rPr lang="en-US" sz="1600" dirty="0">
                <a:latin typeface="Helvetica Neue"/>
                <a:cs typeface="Segoe UI"/>
              </a:rPr>
            </a:br>
            <a:br>
              <a:rPr lang="en-US" sz="1600" dirty="0">
                <a:latin typeface="Helvetica Neue"/>
                <a:cs typeface="Segoe UI"/>
              </a:rPr>
            </a:br>
            <a:br>
              <a:rPr lang="en-US" sz="1600" dirty="0">
                <a:latin typeface="Helvetica Neue"/>
                <a:cs typeface="Segoe UI"/>
              </a:rPr>
            </a:br>
            <a:endParaRPr lang="en-US" sz="1600" b="1" dirty="0">
              <a:latin typeface="Helvetica Neue"/>
              <a:cs typeface="Segoe UI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ACA86B6-4586-A611-E49F-A886889996DB}"/>
              </a:ext>
            </a:extLst>
          </p:cNvPr>
          <p:cNvSpPr txBox="1"/>
          <p:nvPr/>
        </p:nvSpPr>
        <p:spPr>
          <a:xfrm>
            <a:off x="5915608" y="1045029"/>
            <a:ext cx="826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FF0000"/>
                </a:solidFill>
              </a:rPr>
              <a:t>Müsste vorher angekündigt werden</a:t>
            </a:r>
          </a:p>
        </p:txBody>
      </p:sp>
    </p:spTree>
    <p:extLst>
      <p:ext uri="{BB962C8B-B14F-4D97-AF65-F5344CB8AC3E}">
        <p14:creationId xmlns:p14="http://schemas.microsoft.com/office/powerpoint/2010/main" val="962981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AC81E-A90B-7846-035F-CFFD27FB4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D24427-D665-B0F1-39E0-A0FB4B3F34D1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Ins="91440" bIns="4572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ea typeface="+mn-lt"/>
                <a:cs typeface="+mn-lt"/>
              </a:rPr>
              <a:t>Challenges – GM Challenge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FD0895-5F55-93C2-2554-57E78C653FBA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B84E27-502F-80F1-7449-9F041466DF06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0D17BB-988F-02BD-5706-7D35136117AB}"/>
              </a:ext>
            </a:extLst>
          </p:cNvPr>
          <p:cNvSpPr txBox="1"/>
          <p:nvPr/>
        </p:nvSpPr>
        <p:spPr>
          <a:xfrm>
            <a:off x="731520" y="6537960"/>
            <a:ext cx="242887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 EMEA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4AF66-B696-3967-DE1A-0FD831B35DDA}"/>
              </a:ext>
            </a:extLst>
          </p:cNvPr>
          <p:cNvSpPr txBox="1"/>
          <p:nvPr/>
        </p:nvSpPr>
        <p:spPr>
          <a:xfrm>
            <a:off x="480238" y="1466018"/>
            <a:ext cx="11231217" cy="31507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50"/>
              </a:lnSpc>
            </a:pPr>
            <a:r>
              <a:rPr lang="en-US" sz="1600" b="1" dirty="0">
                <a:latin typeface="Helvetica Neue"/>
                <a:cs typeface="Segoe UI"/>
              </a:rPr>
              <a:t>Tag #1 </a:t>
            </a:r>
          </a:p>
          <a:p>
            <a:pPr>
              <a:lnSpc>
                <a:spcPts val="1950"/>
              </a:lnSpc>
            </a:pPr>
            <a:endParaRPr lang="en-US" sz="1600" b="1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b="1" dirty="0">
                <a:latin typeface="Helvetica Neue"/>
                <a:cs typeface="Segoe UI"/>
              </a:rPr>
              <a:t>Die Sticker Challenge: </a:t>
            </a:r>
            <a:br>
              <a:rPr lang="en-US" sz="1600" b="1" dirty="0">
                <a:latin typeface="Helvetica Neue"/>
                <a:cs typeface="Segoe UI"/>
              </a:rPr>
            </a:br>
            <a:br>
              <a:rPr lang="en-US" sz="1600" b="1" dirty="0">
                <a:latin typeface="Helvetica Neue"/>
                <a:cs typeface="Segoe UI"/>
              </a:rPr>
            </a:br>
            <a:r>
              <a:rPr lang="en-US" sz="1600" dirty="0">
                <a:latin typeface="Helvetica Neue"/>
                <a:cs typeface="Segoe UI"/>
              </a:rPr>
              <a:t>Sticker </a:t>
            </a:r>
            <a:r>
              <a:rPr lang="en-US" sz="1600" dirty="0" err="1">
                <a:latin typeface="Helvetica Neue"/>
                <a:cs typeface="Segoe UI"/>
              </a:rPr>
              <a:t>werden</a:t>
            </a:r>
            <a:r>
              <a:rPr lang="en-US" sz="1600" dirty="0">
                <a:latin typeface="Helvetica Neue"/>
                <a:cs typeface="Segoe UI"/>
              </a:rPr>
              <a:t> am 1. Tag </a:t>
            </a:r>
            <a:r>
              <a:rPr lang="en-US" sz="1600" dirty="0" err="1">
                <a:latin typeface="Helvetica Neue"/>
                <a:cs typeface="Segoe UI"/>
              </a:rPr>
              <a:t>angekündigt</a:t>
            </a:r>
            <a:r>
              <a:rPr lang="en-US" sz="1600" dirty="0">
                <a:latin typeface="Helvetica Neue"/>
                <a:cs typeface="Segoe UI"/>
              </a:rPr>
              <a:t> und die Challenge </a:t>
            </a:r>
            <a:r>
              <a:rPr lang="en-US" sz="1600" dirty="0" err="1">
                <a:latin typeface="Helvetica Neue"/>
                <a:cs typeface="Segoe UI"/>
              </a:rPr>
              <a:t>läuft</a:t>
            </a:r>
            <a:r>
              <a:rPr lang="en-US" sz="1600" dirty="0">
                <a:latin typeface="Helvetica Neue"/>
                <a:cs typeface="Segoe UI"/>
              </a:rPr>
              <a:t> die </a:t>
            </a:r>
            <a:r>
              <a:rPr lang="en-US" sz="1600" dirty="0" err="1">
                <a:latin typeface="Helvetica Neue"/>
                <a:cs typeface="Segoe UI"/>
              </a:rPr>
              <a:t>ganze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Woche</a:t>
            </a:r>
            <a:r>
              <a:rPr lang="en-US" sz="1600" dirty="0">
                <a:latin typeface="Helvetica Neue"/>
                <a:cs typeface="Segoe UI"/>
              </a:rPr>
              <a:t> </a:t>
            </a: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-&gt; Poster </a:t>
            </a:r>
            <a:r>
              <a:rPr lang="en-US" sz="1600" dirty="0" err="1">
                <a:latin typeface="Helvetica Neue"/>
                <a:cs typeface="Segoe UI"/>
              </a:rPr>
              <a:t>werden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zusammen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mit</a:t>
            </a:r>
            <a:r>
              <a:rPr lang="en-US" sz="1600" dirty="0">
                <a:latin typeface="Helvetica Neue"/>
                <a:cs typeface="Segoe UI"/>
              </a:rPr>
              <a:t> den </a:t>
            </a:r>
            <a:r>
              <a:rPr lang="en-US" sz="1600" dirty="0" err="1">
                <a:latin typeface="Helvetica Neue"/>
                <a:cs typeface="Segoe UI"/>
              </a:rPr>
              <a:t>Stickern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angekündigt</a:t>
            </a:r>
            <a:r>
              <a:rPr lang="en-US" sz="1600" dirty="0">
                <a:latin typeface="Helvetica Neue"/>
                <a:cs typeface="Segoe UI"/>
              </a:rPr>
              <a:t> und “</a:t>
            </a:r>
            <a:r>
              <a:rPr lang="en-US" sz="1600" dirty="0" err="1">
                <a:latin typeface="Helvetica Neue"/>
                <a:cs typeface="Segoe UI"/>
              </a:rPr>
              <a:t>verteilt</a:t>
            </a:r>
            <a:r>
              <a:rPr lang="en-US" sz="1600" dirty="0">
                <a:latin typeface="Helvetica Neue"/>
                <a:cs typeface="Segoe UI"/>
              </a:rPr>
              <a:t>” (digital) – </a:t>
            </a:r>
            <a:r>
              <a:rPr lang="en-US" sz="1600" dirty="0" err="1">
                <a:latin typeface="Helvetica Neue"/>
                <a:cs typeface="Segoe UI"/>
              </a:rPr>
              <a:t>sind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aber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kein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Bestandteil</a:t>
            </a:r>
            <a:r>
              <a:rPr lang="en-US" sz="1600" dirty="0">
                <a:latin typeface="Helvetica Neue"/>
                <a:cs typeface="Segoe UI"/>
              </a:rPr>
              <a:t> der Challenge</a:t>
            </a:r>
          </a:p>
          <a:p>
            <a:pPr marL="285750" indent="-285750">
              <a:lnSpc>
                <a:spcPts val="1950"/>
              </a:lnSpc>
              <a:buFont typeface="Wingdings" pitchFamily="2" charset="2"/>
              <a:buChar char="è"/>
            </a:pPr>
            <a:r>
              <a:rPr lang="en-US" sz="1600" dirty="0">
                <a:latin typeface="Helvetica Neue"/>
                <a:cs typeface="Segoe UI"/>
              </a:rPr>
              <a:t>Goodie + Blue Points</a:t>
            </a:r>
          </a:p>
          <a:p>
            <a:pPr marL="285750" indent="-285750">
              <a:lnSpc>
                <a:spcPts val="1950"/>
              </a:lnSpc>
              <a:buFont typeface="Wingdings" pitchFamily="2" charset="2"/>
              <a:buChar char="è"/>
            </a:pPr>
            <a:r>
              <a:rPr lang="en-US" sz="1600" dirty="0">
                <a:latin typeface="Helvetica Neue"/>
                <a:cs typeface="Segoe UI"/>
              </a:rPr>
              <a:t>3 </a:t>
            </a:r>
            <a:r>
              <a:rPr lang="en-US" sz="1600" dirty="0" err="1">
                <a:latin typeface="Helvetica Neue"/>
                <a:cs typeface="Segoe UI"/>
              </a:rPr>
              <a:t>Plätze</a:t>
            </a:r>
            <a:r>
              <a:rPr lang="en-US" sz="1600" dirty="0">
                <a:latin typeface="Helvetica Neue"/>
                <a:cs typeface="Segoe UI"/>
              </a:rPr>
              <a:t> – 1 Gewinner</a:t>
            </a:r>
            <a:br>
              <a:rPr lang="en-US" sz="1600" dirty="0">
                <a:latin typeface="Helvetica Neue"/>
                <a:cs typeface="Segoe UI"/>
              </a:rPr>
            </a:br>
            <a:br>
              <a:rPr lang="en-US" sz="1600" dirty="0">
                <a:latin typeface="Helvetica Neue"/>
                <a:cs typeface="Segoe UI"/>
              </a:rPr>
            </a:br>
            <a:br>
              <a:rPr lang="en-US" sz="1600" dirty="0">
                <a:latin typeface="Helvetica Neue"/>
                <a:cs typeface="Segoe UI"/>
              </a:rPr>
            </a:br>
            <a:endParaRPr lang="en-US" sz="1600" b="1" dirty="0">
              <a:latin typeface="Helvetica Neue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729051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416A5-2274-5BB6-F4A4-DC3542E55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72FFC4-202B-A8B2-9D86-FF5088C04D1D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Ins="91440" bIns="4572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ea typeface="+mn-lt"/>
                <a:cs typeface="+mn-lt"/>
              </a:rPr>
              <a:t>Challenges – Tag z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CE9614-CA6F-C1B8-1CC7-15B8F43C1A0E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FC53BD-CE38-CA7F-3022-BB7EF4654868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B6A1D0-8988-4A90-AEB1-0D90669526EF}"/>
              </a:ext>
            </a:extLst>
          </p:cNvPr>
          <p:cNvSpPr txBox="1"/>
          <p:nvPr/>
        </p:nvSpPr>
        <p:spPr>
          <a:xfrm>
            <a:off x="731520" y="6537960"/>
            <a:ext cx="242887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 EMEA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E82A7-E961-BF01-EDA4-5532F2966D9B}"/>
              </a:ext>
            </a:extLst>
          </p:cNvPr>
          <p:cNvSpPr txBox="1"/>
          <p:nvPr/>
        </p:nvSpPr>
        <p:spPr>
          <a:xfrm>
            <a:off x="480238" y="1466018"/>
            <a:ext cx="11231217" cy="57156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50"/>
              </a:lnSpc>
            </a:pPr>
            <a:r>
              <a:rPr lang="en-US" sz="1600" b="1" dirty="0">
                <a:latin typeface="Helvetica Neue"/>
                <a:cs typeface="Segoe UI"/>
              </a:rPr>
              <a:t>Tag #2</a:t>
            </a:r>
          </a:p>
          <a:p>
            <a:pPr>
              <a:lnSpc>
                <a:spcPts val="1950"/>
              </a:lnSpc>
            </a:pPr>
            <a:endParaRPr lang="en-US" sz="1600" b="1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ea typeface="WordVisiCarriageReturn_MSFontService"/>
                <a:cs typeface="WordVisiCarriageReturn_MSFontService"/>
              </a:rPr>
              <a:t>The </a:t>
            </a:r>
            <a:r>
              <a:rPr lang="en-US" sz="1600" b="1" dirty="0">
                <a:latin typeface="Helvetica Neue"/>
                <a:ea typeface="WordVisiCarriageReturn_MSFontService"/>
                <a:cs typeface="WordVisiCarriageReturn_MSFontService"/>
              </a:rPr>
              <a:t>TLS Tutoring</a:t>
            </a:r>
          </a:p>
          <a:p>
            <a:pPr>
              <a:lnSpc>
                <a:spcPts val="1950"/>
              </a:lnSpc>
            </a:pP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</a:t>
            </a:r>
            <a:r>
              <a:rPr lang="en-US" sz="1600" dirty="0" err="1">
                <a:latin typeface="Helvetica Neue"/>
                <a:cs typeface="Segoe UI"/>
              </a:rPr>
              <a:t>Veranstalte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ein</a:t>
            </a:r>
            <a:r>
              <a:rPr lang="en-US" sz="1600" dirty="0">
                <a:latin typeface="Helvetica Neue"/>
                <a:cs typeface="Segoe UI"/>
              </a:rPr>
              <a:t> Meeting </a:t>
            </a:r>
            <a:r>
              <a:rPr lang="en-US" sz="1600" dirty="0" err="1">
                <a:latin typeface="Helvetica Neue"/>
                <a:cs typeface="Segoe UI"/>
              </a:rPr>
              <a:t>mit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Leuten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b="1" dirty="0" err="1">
                <a:latin typeface="Helvetica Neue"/>
                <a:cs typeface="Segoe UI"/>
              </a:rPr>
              <a:t>außerhalb</a:t>
            </a:r>
            <a:r>
              <a:rPr lang="en-US" sz="1600" b="1" dirty="0">
                <a:latin typeface="Helvetica Neue"/>
                <a:cs typeface="Segoe UI"/>
              </a:rPr>
              <a:t> von TLS</a:t>
            </a: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Online </a:t>
            </a:r>
            <a:r>
              <a:rPr lang="en-US" sz="1600" dirty="0" err="1">
                <a:latin typeface="Helvetica Neue"/>
                <a:cs typeface="Segoe UI"/>
              </a:rPr>
              <a:t>oder</a:t>
            </a:r>
            <a:r>
              <a:rPr lang="en-US" sz="1600" dirty="0">
                <a:latin typeface="Helvetica Neue"/>
                <a:cs typeface="Segoe UI"/>
              </a:rPr>
              <a:t> in der </a:t>
            </a:r>
            <a:r>
              <a:rPr lang="en-US" sz="1600" dirty="0" err="1">
                <a:latin typeface="Helvetica Neue"/>
                <a:cs typeface="Segoe UI"/>
              </a:rPr>
              <a:t>Lokation</a:t>
            </a:r>
            <a:r>
              <a:rPr lang="en-US" sz="1600" dirty="0">
                <a:latin typeface="Helvetica Neue"/>
                <a:cs typeface="Segoe UI"/>
              </a:rPr>
              <a:t>? – </a:t>
            </a:r>
            <a:r>
              <a:rPr lang="en-US" sz="1600" b="1" dirty="0">
                <a:latin typeface="Helvetica Neue"/>
                <a:cs typeface="Segoe UI"/>
              </a:rPr>
              <a:t>egal!</a:t>
            </a: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</a:t>
            </a:r>
            <a:r>
              <a:rPr lang="en-US" sz="1600" dirty="0" err="1">
                <a:latin typeface="Helvetica Neue"/>
                <a:cs typeface="Segoe UI"/>
              </a:rPr>
              <a:t>Erkläre</a:t>
            </a:r>
            <a:r>
              <a:rPr lang="en-US" sz="1600" dirty="0">
                <a:latin typeface="Helvetica Neue"/>
                <a:cs typeface="Segoe UI"/>
              </a:rPr>
              <a:t> den </a:t>
            </a:r>
            <a:r>
              <a:rPr lang="en-US" sz="1600" dirty="0" err="1">
                <a:latin typeface="Helvetica Neue"/>
                <a:cs typeface="Segoe UI"/>
              </a:rPr>
              <a:t>Kollegen</a:t>
            </a:r>
            <a:r>
              <a:rPr lang="en-US" sz="1600" dirty="0">
                <a:latin typeface="Helvetica Neue"/>
                <a:cs typeface="Segoe UI"/>
              </a:rPr>
              <a:t> TLS. 10-15 </a:t>
            </a:r>
            <a:r>
              <a:rPr lang="en-US" sz="1600" dirty="0" err="1">
                <a:latin typeface="Helvetica Neue"/>
                <a:cs typeface="Segoe UI"/>
              </a:rPr>
              <a:t>Minuten</a:t>
            </a:r>
            <a:r>
              <a:rPr lang="en-US" sz="1600" dirty="0">
                <a:latin typeface="Helvetica Neue"/>
                <a:cs typeface="Segoe UI"/>
              </a:rPr>
              <a:t> lang </a:t>
            </a:r>
          </a:p>
          <a:p>
            <a:pPr>
              <a:lnSpc>
                <a:spcPts val="1950"/>
              </a:lnSpc>
            </a:pP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Um die </a:t>
            </a:r>
            <a:r>
              <a:rPr lang="en-US" sz="1600" dirty="0" err="1">
                <a:latin typeface="Helvetica Neue"/>
                <a:cs typeface="Segoe UI"/>
              </a:rPr>
              <a:t>Belohnung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zu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erhalten</a:t>
            </a:r>
            <a:r>
              <a:rPr lang="en-US" sz="1600" dirty="0">
                <a:latin typeface="Helvetica Neue"/>
                <a:cs typeface="Segoe UI"/>
              </a:rPr>
              <a:t>:</a:t>
            </a: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	• </a:t>
            </a:r>
            <a:r>
              <a:rPr lang="en-US" sz="1600" dirty="0" err="1">
                <a:latin typeface="Helvetica Neue"/>
                <a:cs typeface="Segoe UI"/>
              </a:rPr>
              <a:t>Einen</a:t>
            </a:r>
            <a:r>
              <a:rPr lang="en-US" sz="1600" dirty="0">
                <a:latin typeface="Helvetica Neue"/>
                <a:cs typeface="Segoe UI"/>
              </a:rPr>
              <a:t> screenshot </a:t>
            </a:r>
            <a:r>
              <a:rPr lang="en-US" sz="1600" dirty="0" err="1">
                <a:latin typeface="Helvetica Neue"/>
                <a:cs typeface="Segoe UI"/>
              </a:rPr>
              <a:t>vom</a:t>
            </a:r>
            <a:r>
              <a:rPr lang="en-US" sz="1600" dirty="0">
                <a:latin typeface="Helvetica Neue"/>
                <a:cs typeface="Segoe UI"/>
              </a:rPr>
              <a:t> call </a:t>
            </a:r>
            <a:r>
              <a:rPr lang="en-US" sz="1600" dirty="0" err="1">
                <a:latin typeface="Helvetica Neue"/>
                <a:cs typeface="Segoe UI"/>
              </a:rPr>
              <a:t>posten</a:t>
            </a:r>
            <a:r>
              <a:rPr lang="en-US" sz="1600" dirty="0">
                <a:latin typeface="Helvetica Neue"/>
                <a:cs typeface="Segoe UI"/>
              </a:rPr>
              <a:t>, falls online</a:t>
            </a: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	• </a:t>
            </a:r>
            <a:r>
              <a:rPr lang="en-US" sz="1600" dirty="0" err="1">
                <a:latin typeface="Helvetica Neue"/>
                <a:cs typeface="Segoe UI"/>
              </a:rPr>
              <a:t>Uns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eine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Teilnehmerliste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senden</a:t>
            </a:r>
            <a:r>
              <a:rPr lang="en-US" sz="1600" dirty="0">
                <a:latin typeface="Helvetica Neue"/>
                <a:cs typeface="Segoe UI"/>
              </a:rPr>
              <a:t>, falls </a:t>
            </a:r>
            <a:r>
              <a:rPr lang="en-US" sz="1600" dirty="0" err="1">
                <a:latin typeface="Helvetica Neue"/>
                <a:cs typeface="Segoe UI"/>
              </a:rPr>
              <a:t>vor</a:t>
            </a:r>
            <a:r>
              <a:rPr lang="en-US" sz="1600" dirty="0">
                <a:latin typeface="Helvetica Neue"/>
                <a:cs typeface="Segoe UI"/>
              </a:rPr>
              <a:t> Ort </a:t>
            </a: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		-&gt; </a:t>
            </a:r>
            <a:r>
              <a:rPr lang="en-US" sz="1600" dirty="0" err="1">
                <a:latin typeface="Helvetica Neue"/>
                <a:cs typeface="Segoe UI"/>
              </a:rPr>
              <a:t>Diese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kontrollieren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wir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Stichprobenartig</a:t>
            </a:r>
            <a:r>
              <a:rPr lang="en-US" sz="1600" dirty="0">
                <a:latin typeface="Helvetica Neue"/>
                <a:cs typeface="Segoe UI"/>
              </a:rPr>
              <a:t>, falls </a:t>
            </a:r>
            <a:r>
              <a:rPr lang="en-US" sz="1600" dirty="0" err="1">
                <a:latin typeface="Helvetica Neue"/>
                <a:cs typeface="Segoe UI"/>
              </a:rPr>
              <a:t>uns</a:t>
            </a:r>
            <a:r>
              <a:rPr lang="en-US" sz="1600" dirty="0">
                <a:latin typeface="Helvetica Neue"/>
                <a:cs typeface="Segoe UI"/>
              </a:rPr>
              <a:t> die </a:t>
            </a:r>
            <a:r>
              <a:rPr lang="en-US" sz="1600" dirty="0" err="1">
                <a:latin typeface="Helvetica Neue"/>
                <a:cs typeface="Segoe UI"/>
              </a:rPr>
              <a:t>Liste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zu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groß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erscheint</a:t>
            </a: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Die </a:t>
            </a:r>
            <a:r>
              <a:rPr lang="en-US" sz="1600" dirty="0" err="1">
                <a:latin typeface="Helvetica Neue"/>
                <a:cs typeface="Segoe UI"/>
              </a:rPr>
              <a:t>Studis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kontrollieren</a:t>
            </a:r>
            <a:r>
              <a:rPr lang="en-US" sz="1600" dirty="0">
                <a:latin typeface="Helvetica Neue"/>
                <a:cs typeface="Segoe UI"/>
              </a:rPr>
              <a:t> die Listen / Screenshots </a:t>
            </a:r>
            <a:r>
              <a:rPr lang="en-US" sz="1600" dirty="0" err="1">
                <a:latin typeface="Helvetica Neue"/>
                <a:cs typeface="Segoe UI"/>
              </a:rPr>
              <a:t>vor</a:t>
            </a:r>
            <a:r>
              <a:rPr lang="en-US" sz="1600" dirty="0">
                <a:latin typeface="Helvetica Neue"/>
                <a:cs typeface="Segoe UI"/>
              </a:rPr>
              <a:t> der </a:t>
            </a:r>
            <a:r>
              <a:rPr lang="en-US" sz="1600" dirty="0" err="1">
                <a:latin typeface="Helvetica Neue"/>
                <a:cs typeface="Segoe UI"/>
              </a:rPr>
              <a:t>Gewinausschüttung</a:t>
            </a: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Content </a:t>
            </a:r>
            <a:r>
              <a:rPr lang="en-US" sz="1600" dirty="0" err="1">
                <a:latin typeface="Helvetica Neue"/>
                <a:cs typeface="Segoe UI"/>
              </a:rPr>
              <a:t>sollte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vorgegeben</a:t>
            </a:r>
            <a:r>
              <a:rPr lang="en-US" sz="1600" dirty="0">
                <a:latin typeface="Helvetica Neue"/>
                <a:cs typeface="Segoe UI"/>
              </a:rPr>
              <a:t> sein. Z.B Ein </a:t>
            </a:r>
            <a:r>
              <a:rPr lang="en-US" sz="1600" dirty="0" err="1">
                <a:latin typeface="Helvetica Neue"/>
                <a:cs typeface="Segoe UI"/>
              </a:rPr>
              <a:t>Techniker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stellt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vor</a:t>
            </a:r>
            <a:r>
              <a:rPr lang="en-US" sz="1600" dirty="0">
                <a:latin typeface="Helvetica Neue"/>
                <a:cs typeface="Segoe UI"/>
              </a:rPr>
              <a:t>, was er </a:t>
            </a:r>
            <a:r>
              <a:rPr lang="en-US" sz="1600" dirty="0" err="1">
                <a:latin typeface="Helvetica Neue"/>
                <a:cs typeface="Segoe UI"/>
              </a:rPr>
              <a:t>beim</a:t>
            </a:r>
            <a:r>
              <a:rPr lang="en-US" sz="1600" dirty="0">
                <a:latin typeface="Helvetica Neue"/>
                <a:cs typeface="Segoe UI"/>
              </a:rPr>
              <a:t> Kunden </a:t>
            </a:r>
            <a:r>
              <a:rPr lang="en-US" sz="1600" dirty="0" err="1">
                <a:latin typeface="Helvetica Neue"/>
                <a:cs typeface="Segoe UI"/>
              </a:rPr>
              <a:t>gemacht</a:t>
            </a:r>
            <a:r>
              <a:rPr lang="en-US" sz="1600" dirty="0">
                <a:latin typeface="Helvetica Neue"/>
                <a:cs typeface="Segoe UI"/>
              </a:rPr>
              <a:t> hat</a:t>
            </a:r>
          </a:p>
          <a:p>
            <a:pPr>
              <a:lnSpc>
                <a:spcPts val="1950"/>
              </a:lnSpc>
            </a:pP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Der </a:t>
            </a:r>
            <a:r>
              <a:rPr lang="en-US" sz="1600" dirty="0" err="1">
                <a:latin typeface="Helvetica Neue"/>
                <a:cs typeface="Segoe UI"/>
              </a:rPr>
              <a:t>Veranstalter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erhält</a:t>
            </a:r>
            <a:r>
              <a:rPr lang="en-US" sz="1600" dirty="0">
                <a:latin typeface="Helvetica Neue"/>
                <a:cs typeface="Segoe UI"/>
              </a:rPr>
              <a:t> Blue Points </a:t>
            </a:r>
            <a:r>
              <a:rPr lang="en-US" sz="1600" dirty="0" err="1">
                <a:latin typeface="Helvetica Neue"/>
                <a:cs typeface="Segoe UI"/>
              </a:rPr>
              <a:t>abhängig</a:t>
            </a:r>
            <a:r>
              <a:rPr lang="en-US" sz="1600" dirty="0">
                <a:latin typeface="Helvetica Neue"/>
                <a:cs typeface="Segoe UI"/>
              </a:rPr>
              <a:t> von der </a:t>
            </a:r>
            <a:r>
              <a:rPr lang="en-US" sz="1600" dirty="0" err="1">
                <a:latin typeface="Helvetica Neue"/>
                <a:cs typeface="Segoe UI"/>
              </a:rPr>
              <a:t>Anzahl</a:t>
            </a:r>
            <a:r>
              <a:rPr lang="en-US" sz="1600" dirty="0">
                <a:latin typeface="Helvetica Neue"/>
                <a:cs typeface="Segoe UI"/>
              </a:rPr>
              <a:t> der Leute, die </a:t>
            </a:r>
            <a:r>
              <a:rPr lang="en-US" sz="1600" dirty="0" err="1">
                <a:latin typeface="Helvetica Neue"/>
                <a:cs typeface="Segoe UI"/>
              </a:rPr>
              <a:t>teilgenommen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haben</a:t>
            </a: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br>
              <a:rPr lang="en-US" sz="1600" dirty="0">
                <a:latin typeface="Helvetica Neue"/>
                <a:cs typeface="Segoe UI"/>
              </a:rPr>
            </a:br>
            <a:br>
              <a:rPr lang="en-US" sz="1600" dirty="0">
                <a:latin typeface="Helvetica Neue"/>
                <a:cs typeface="Segoe UI"/>
              </a:rPr>
            </a:br>
            <a:br>
              <a:rPr lang="en-US" sz="1600" dirty="0">
                <a:latin typeface="Helvetica Neue"/>
                <a:cs typeface="Segoe UI"/>
              </a:rPr>
            </a:br>
            <a:endParaRPr lang="en-US" sz="1600" b="1" dirty="0">
              <a:latin typeface="Helvetica Neue"/>
              <a:cs typeface="Segoe UI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BD798C9-56FA-C21F-B38D-95A548E1595E}"/>
              </a:ext>
            </a:extLst>
          </p:cNvPr>
          <p:cNvSpPr txBox="1"/>
          <p:nvPr/>
        </p:nvSpPr>
        <p:spPr>
          <a:xfrm>
            <a:off x="3582955" y="1125894"/>
            <a:ext cx="826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FF0000"/>
                </a:solidFill>
              </a:rPr>
              <a:t>Müsste vorher angekündigt werden. Ca 2-3 Wochen</a:t>
            </a:r>
          </a:p>
        </p:txBody>
      </p:sp>
    </p:spTree>
    <p:extLst>
      <p:ext uri="{BB962C8B-B14F-4D97-AF65-F5344CB8AC3E}">
        <p14:creationId xmlns:p14="http://schemas.microsoft.com/office/powerpoint/2010/main" val="407079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1C049-3D48-47DA-E122-CC56FA1D4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E4F56B-A9C0-33B3-90C5-AACC2137BCA0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Ins="91440" bIns="4572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ea typeface="+mn-lt"/>
                <a:cs typeface="+mn-lt"/>
              </a:rPr>
              <a:t>Challenges – Tag 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79B165-5678-6674-CF84-E0533805EBF1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090B49-6266-40A9-C1F2-A671D48B7934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2B7F92-1044-3435-924E-59F41A33C3EE}"/>
              </a:ext>
            </a:extLst>
          </p:cNvPr>
          <p:cNvSpPr txBox="1"/>
          <p:nvPr/>
        </p:nvSpPr>
        <p:spPr>
          <a:xfrm>
            <a:off x="731520" y="6537960"/>
            <a:ext cx="242887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 EMEA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8D498-DD51-C2E6-7B26-4561E20BD5C8}"/>
              </a:ext>
            </a:extLst>
          </p:cNvPr>
          <p:cNvSpPr txBox="1"/>
          <p:nvPr/>
        </p:nvSpPr>
        <p:spPr>
          <a:xfrm>
            <a:off x="480238" y="1466018"/>
            <a:ext cx="11231217" cy="44332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50"/>
              </a:lnSpc>
            </a:pPr>
            <a:r>
              <a:rPr lang="en-US" sz="1600" b="1" dirty="0">
                <a:latin typeface="Helvetica Neue"/>
                <a:cs typeface="Segoe UI"/>
              </a:rPr>
              <a:t>Tag #y</a:t>
            </a:r>
          </a:p>
          <a:p>
            <a:pPr>
              <a:lnSpc>
                <a:spcPts val="1950"/>
              </a:lnSpc>
            </a:pPr>
            <a:endParaRPr lang="en-US" sz="1600" b="1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Der </a:t>
            </a:r>
            <a:r>
              <a:rPr lang="en-US" sz="1600" b="1" dirty="0">
                <a:latin typeface="Helvetica Neue"/>
                <a:cs typeface="Segoe UI"/>
              </a:rPr>
              <a:t>LinkedIn </a:t>
            </a:r>
            <a:r>
              <a:rPr lang="en-US" sz="1600" dirty="0">
                <a:latin typeface="Helvetica Neue"/>
                <a:cs typeface="Segoe UI"/>
              </a:rPr>
              <a:t>Spam:</a:t>
            </a:r>
          </a:p>
          <a:p>
            <a:pPr>
              <a:lnSpc>
                <a:spcPts val="1950"/>
              </a:lnSpc>
            </a:pP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Nach den IBM-</a:t>
            </a:r>
            <a:r>
              <a:rPr lang="en-US" sz="1600" dirty="0" err="1">
                <a:latin typeface="Helvetica Neue"/>
                <a:cs typeface="Segoe UI"/>
              </a:rPr>
              <a:t>internen</a:t>
            </a:r>
            <a:r>
              <a:rPr lang="en-US" sz="1600" dirty="0">
                <a:latin typeface="Helvetica Neue"/>
                <a:cs typeface="Segoe UI"/>
              </a:rPr>
              <a:t> Challenges, </a:t>
            </a:r>
            <a:r>
              <a:rPr lang="en-US" sz="1600" dirty="0" err="1">
                <a:latin typeface="Helvetica Neue"/>
                <a:cs typeface="Segoe UI"/>
              </a:rPr>
              <a:t>wird</a:t>
            </a:r>
            <a:r>
              <a:rPr lang="en-US" sz="1600" dirty="0">
                <a:latin typeface="Helvetica Neue"/>
                <a:cs typeface="Segoe UI"/>
              </a:rPr>
              <a:t> es am 5. Tag Zeit, </a:t>
            </a:r>
            <a:r>
              <a:rPr lang="en-US" sz="1600" dirty="0" err="1">
                <a:latin typeface="Helvetica Neue"/>
                <a:cs typeface="Segoe UI"/>
              </a:rPr>
              <a:t>unsere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Sichtbarkeit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nach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außen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hinweg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zu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verbessern</a:t>
            </a:r>
            <a:r>
              <a:rPr lang="en-US" sz="1600" dirty="0">
                <a:latin typeface="Helvetica Neue"/>
                <a:cs typeface="Segoe UI"/>
              </a:rPr>
              <a:t>.</a:t>
            </a:r>
          </a:p>
          <a:p>
            <a:pPr>
              <a:lnSpc>
                <a:spcPts val="1950"/>
              </a:lnSpc>
            </a:pP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Wir </a:t>
            </a:r>
            <a:r>
              <a:rPr lang="en-US" sz="1600" dirty="0" err="1">
                <a:latin typeface="Helvetica Neue"/>
                <a:cs typeface="Segoe UI"/>
              </a:rPr>
              <a:t>haben</a:t>
            </a:r>
            <a:r>
              <a:rPr lang="en-US" sz="1600" dirty="0">
                <a:latin typeface="Helvetica Neue"/>
                <a:cs typeface="Segoe UI"/>
              </a:rPr>
              <a:t> 3 </a:t>
            </a:r>
            <a:r>
              <a:rPr lang="en-US" sz="1600" dirty="0" err="1">
                <a:latin typeface="Helvetica Neue"/>
                <a:cs typeface="Segoe UI"/>
              </a:rPr>
              <a:t>verschiedene</a:t>
            </a:r>
            <a:r>
              <a:rPr lang="en-US" sz="1600" dirty="0">
                <a:latin typeface="Helvetica Neue"/>
                <a:cs typeface="Segoe UI"/>
              </a:rPr>
              <a:t> Videos, für </a:t>
            </a:r>
            <a:r>
              <a:rPr lang="en-US" sz="1600" dirty="0" err="1">
                <a:latin typeface="Helvetica Neue"/>
                <a:cs typeface="Segoe UI"/>
              </a:rPr>
              <a:t>jeden</a:t>
            </a:r>
            <a:r>
              <a:rPr lang="en-US" sz="1600" dirty="0">
                <a:latin typeface="Helvetica Neue"/>
                <a:cs typeface="Segoe UI"/>
              </a:rPr>
              <a:t> Tag </a:t>
            </a:r>
            <a:r>
              <a:rPr lang="en-US" sz="1600" dirty="0" err="1">
                <a:latin typeface="Helvetica Neue"/>
                <a:cs typeface="Segoe UI"/>
              </a:rPr>
              <a:t>eins</a:t>
            </a:r>
            <a:r>
              <a:rPr lang="en-US" sz="1600" dirty="0">
                <a:latin typeface="Helvetica Neue"/>
                <a:cs typeface="Segoe UI"/>
              </a:rPr>
              <a:t>.</a:t>
            </a: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An </a:t>
            </a:r>
            <a:r>
              <a:rPr lang="en-US" sz="1600" dirty="0" err="1">
                <a:latin typeface="Helvetica Neue"/>
                <a:cs typeface="Segoe UI"/>
              </a:rPr>
              <a:t>jedem</a:t>
            </a:r>
            <a:r>
              <a:rPr lang="en-US" sz="1600" dirty="0">
                <a:latin typeface="Helvetica Neue"/>
                <a:cs typeface="Segoe UI"/>
              </a:rPr>
              <a:t> Tag </a:t>
            </a:r>
            <a:r>
              <a:rPr lang="en-US" sz="1600" dirty="0" err="1">
                <a:latin typeface="Helvetica Neue"/>
                <a:cs typeface="Segoe UI"/>
              </a:rPr>
              <a:t>liegt</a:t>
            </a:r>
            <a:r>
              <a:rPr lang="en-US" sz="1600" dirty="0">
                <a:latin typeface="Helvetica Neue"/>
                <a:cs typeface="Segoe UI"/>
              </a:rPr>
              <a:t> der </a:t>
            </a:r>
            <a:r>
              <a:rPr lang="en-US" sz="1600" dirty="0" err="1">
                <a:latin typeface="Helvetica Neue"/>
                <a:cs typeface="Segoe UI"/>
              </a:rPr>
              <a:t>Fokus</a:t>
            </a:r>
            <a:r>
              <a:rPr lang="en-US" sz="1600" dirty="0">
                <a:latin typeface="Helvetica Neue"/>
                <a:cs typeface="Segoe UI"/>
              </a:rPr>
              <a:t> auf </a:t>
            </a:r>
            <a:r>
              <a:rPr lang="en-US" sz="1600" dirty="0" err="1">
                <a:latin typeface="Helvetica Neue"/>
                <a:cs typeface="Segoe UI"/>
              </a:rPr>
              <a:t>einem</a:t>
            </a:r>
            <a:r>
              <a:rPr lang="en-US" sz="1600" dirty="0">
                <a:latin typeface="Helvetica Neue"/>
                <a:cs typeface="Segoe UI"/>
              </a:rPr>
              <a:t> Video, welches auf LinkedIn </a:t>
            </a:r>
            <a:r>
              <a:rPr lang="en-US" sz="1600" dirty="0" err="1">
                <a:latin typeface="Helvetica Neue"/>
                <a:cs typeface="Segoe UI"/>
              </a:rPr>
              <a:t>geteilt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werden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soll</a:t>
            </a:r>
            <a:r>
              <a:rPr lang="en-US" sz="1600" dirty="0">
                <a:latin typeface="Helvetica Neue"/>
                <a:cs typeface="Segoe UI"/>
              </a:rPr>
              <a:t>.</a:t>
            </a: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Für </a:t>
            </a:r>
            <a:r>
              <a:rPr lang="en-US" sz="1600" dirty="0" err="1">
                <a:latin typeface="Helvetica Neue"/>
                <a:cs typeface="Segoe UI"/>
              </a:rPr>
              <a:t>jedes</a:t>
            </a:r>
            <a:r>
              <a:rPr lang="en-US" sz="1600" dirty="0">
                <a:latin typeface="Helvetica Neue"/>
                <a:cs typeface="Segoe UI"/>
              </a:rPr>
              <a:t> der Videos </a:t>
            </a:r>
            <a:r>
              <a:rPr lang="en-US" sz="1600" dirty="0" err="1">
                <a:latin typeface="Helvetica Neue"/>
                <a:cs typeface="Segoe UI"/>
              </a:rPr>
              <a:t>gibt</a:t>
            </a:r>
            <a:r>
              <a:rPr lang="en-US" sz="1600" dirty="0">
                <a:latin typeface="Helvetica Neue"/>
                <a:cs typeface="Segoe UI"/>
              </a:rPr>
              <a:t> es </a:t>
            </a:r>
            <a:r>
              <a:rPr lang="en-US" sz="1600" dirty="0" err="1">
                <a:latin typeface="Helvetica Neue"/>
                <a:cs typeface="Segoe UI"/>
              </a:rPr>
              <a:t>zwei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vorgefertigte</a:t>
            </a:r>
            <a:r>
              <a:rPr lang="en-US" sz="1600" dirty="0">
                <a:latin typeface="Helvetica Neue"/>
                <a:cs typeface="Segoe UI"/>
              </a:rPr>
              <a:t> Texte, man muss </a:t>
            </a:r>
            <a:r>
              <a:rPr lang="en-US" sz="1600" dirty="0" err="1">
                <a:latin typeface="Helvetica Neue"/>
                <a:cs typeface="Segoe UI"/>
              </a:rPr>
              <a:t>diese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nur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kopieren</a:t>
            </a:r>
            <a:r>
              <a:rPr lang="en-US" sz="1600" dirty="0">
                <a:latin typeface="Helvetica Neue"/>
                <a:cs typeface="Segoe UI"/>
              </a:rPr>
              <a:t> und </a:t>
            </a:r>
            <a:r>
              <a:rPr lang="en-US" sz="1600" dirty="0" err="1">
                <a:latin typeface="Helvetica Neue"/>
                <a:cs typeface="Segoe UI"/>
              </a:rPr>
              <a:t>zusammen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mit</a:t>
            </a:r>
            <a:r>
              <a:rPr lang="en-US" sz="1600" dirty="0">
                <a:latin typeface="Helvetica Neue"/>
                <a:cs typeface="Segoe UI"/>
              </a:rPr>
              <a:t> dem Video </a:t>
            </a:r>
            <a:r>
              <a:rPr lang="en-US" sz="1600" dirty="0" err="1">
                <a:latin typeface="Helvetica Neue"/>
                <a:cs typeface="Segoe UI"/>
              </a:rPr>
              <a:t>hochladen</a:t>
            </a: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Wir </a:t>
            </a:r>
            <a:r>
              <a:rPr lang="en-US" sz="1600" dirty="0" err="1">
                <a:latin typeface="Helvetica Neue"/>
                <a:cs typeface="Segoe UI"/>
              </a:rPr>
              <a:t>erstellen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eine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detaillierte</a:t>
            </a:r>
            <a:r>
              <a:rPr lang="en-US" sz="1600" dirty="0">
                <a:latin typeface="Helvetica Neue"/>
                <a:cs typeface="Segoe UI"/>
              </a:rPr>
              <a:t> Videoanleitung, </a:t>
            </a:r>
            <a:r>
              <a:rPr lang="en-US" sz="1600" dirty="0" err="1">
                <a:latin typeface="Helvetica Neue"/>
                <a:cs typeface="Segoe UI"/>
              </a:rPr>
              <a:t>wie</a:t>
            </a:r>
            <a:r>
              <a:rPr lang="en-US" sz="1600" dirty="0">
                <a:latin typeface="Helvetica Neue"/>
                <a:cs typeface="Segoe UI"/>
              </a:rPr>
              <a:t> man </a:t>
            </a:r>
            <a:r>
              <a:rPr lang="en-US" sz="1600" dirty="0" err="1">
                <a:latin typeface="Helvetica Neue"/>
                <a:cs typeface="Segoe UI"/>
              </a:rPr>
              <a:t>diesen</a:t>
            </a:r>
            <a:r>
              <a:rPr lang="en-US" sz="1600" dirty="0">
                <a:latin typeface="Helvetica Neue"/>
                <a:cs typeface="Segoe UI"/>
              </a:rPr>
              <a:t> Post </a:t>
            </a:r>
            <a:r>
              <a:rPr lang="en-US" sz="1600" dirty="0" err="1">
                <a:latin typeface="Helvetica Neue"/>
                <a:cs typeface="Segoe UI"/>
              </a:rPr>
              <a:t>anfertigt</a:t>
            </a:r>
            <a:r>
              <a:rPr lang="en-US" sz="1600" dirty="0">
                <a:latin typeface="Helvetica Neue"/>
                <a:cs typeface="Segoe UI"/>
              </a:rPr>
              <a:t>, </a:t>
            </a:r>
            <a:r>
              <a:rPr lang="en-US" sz="1600" dirty="0" err="1">
                <a:latin typeface="Helvetica Neue"/>
                <a:cs typeface="Segoe UI"/>
              </a:rPr>
              <a:t>damit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jeder</a:t>
            </a:r>
            <a:r>
              <a:rPr lang="en-US" sz="1600" dirty="0">
                <a:latin typeface="Helvetica Neue"/>
                <a:cs typeface="Segoe UI"/>
              </a:rPr>
              <a:t> Kollege es </a:t>
            </a:r>
            <a:r>
              <a:rPr lang="en-US" sz="1600" dirty="0" err="1">
                <a:latin typeface="Helvetica Neue"/>
                <a:cs typeface="Segoe UI"/>
              </a:rPr>
              <a:t>versteht</a:t>
            </a:r>
            <a:r>
              <a:rPr lang="en-US" sz="1600" dirty="0">
                <a:latin typeface="Helvetica Neue"/>
                <a:cs typeface="Segoe UI"/>
              </a:rPr>
              <a:t>.</a:t>
            </a: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• Aus den </a:t>
            </a:r>
            <a:r>
              <a:rPr lang="en-US" sz="1600" dirty="0" err="1">
                <a:latin typeface="Helvetica Neue"/>
                <a:cs typeface="Segoe UI"/>
              </a:rPr>
              <a:t>Leuten</a:t>
            </a:r>
            <a:r>
              <a:rPr lang="en-US" sz="1600" dirty="0">
                <a:latin typeface="Helvetica Neue"/>
                <a:cs typeface="Segoe UI"/>
              </a:rPr>
              <a:t> die </a:t>
            </a:r>
            <a:r>
              <a:rPr lang="en-US" sz="1600" dirty="0" err="1">
                <a:latin typeface="Helvetica Neue"/>
                <a:cs typeface="Segoe UI"/>
              </a:rPr>
              <a:t>teilgenommen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haben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wählen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wir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zufällig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eine</a:t>
            </a:r>
            <a:r>
              <a:rPr lang="en-US" sz="1600" dirty="0">
                <a:latin typeface="Helvetica Neue"/>
                <a:cs typeface="Segoe UI"/>
              </a:rPr>
              <a:t> Menge X </a:t>
            </a:r>
            <a:r>
              <a:rPr lang="en-US" sz="1600" dirty="0" err="1">
                <a:latin typeface="Helvetica Neue"/>
                <a:cs typeface="Segoe UI"/>
              </a:rPr>
              <a:t>aus</a:t>
            </a:r>
            <a:r>
              <a:rPr lang="en-US" sz="1600" dirty="0">
                <a:latin typeface="Helvetica Neue"/>
                <a:cs typeface="Segoe UI"/>
              </a:rPr>
              <a:t>, die </a:t>
            </a:r>
            <a:r>
              <a:rPr lang="en-US" sz="1600" dirty="0" err="1">
                <a:latin typeface="Helvetica Neue"/>
                <a:cs typeface="Segoe UI"/>
              </a:rPr>
              <a:t>Preise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erhalten</a:t>
            </a:r>
            <a:r>
              <a:rPr lang="en-US" sz="1600" dirty="0">
                <a:latin typeface="Helvetica Neue"/>
                <a:cs typeface="Segoe UI"/>
              </a:rPr>
              <a:t>.</a:t>
            </a:r>
          </a:p>
          <a:p>
            <a:pPr>
              <a:lnSpc>
                <a:spcPts val="1950"/>
              </a:lnSpc>
            </a:pPr>
            <a:endParaRPr lang="en-US" sz="1600" dirty="0">
              <a:latin typeface="Helvetica Neue"/>
              <a:cs typeface="Segoe UI"/>
            </a:endParaRPr>
          </a:p>
          <a:p>
            <a:pPr>
              <a:lnSpc>
                <a:spcPts val="1950"/>
              </a:lnSpc>
            </a:pPr>
            <a:r>
              <a:rPr lang="en-US" sz="1600" dirty="0">
                <a:latin typeface="Helvetica Neue"/>
                <a:cs typeface="Segoe UI"/>
              </a:rPr>
              <a:t>NOTE: Bei LinkedIn </a:t>
            </a:r>
            <a:r>
              <a:rPr lang="en-US" sz="1600" dirty="0" err="1">
                <a:latin typeface="Helvetica Neue"/>
                <a:cs typeface="Segoe UI"/>
              </a:rPr>
              <a:t>können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wir</a:t>
            </a:r>
            <a:r>
              <a:rPr lang="en-US" sz="1600" dirty="0">
                <a:latin typeface="Helvetica Neue"/>
                <a:cs typeface="Segoe UI"/>
              </a:rPr>
              <a:t> </a:t>
            </a:r>
            <a:r>
              <a:rPr lang="en-US" sz="1600" dirty="0" err="1">
                <a:latin typeface="Helvetica Neue"/>
                <a:cs typeface="Segoe UI"/>
              </a:rPr>
              <a:t>über</a:t>
            </a:r>
            <a:r>
              <a:rPr lang="en-US" sz="1600" dirty="0">
                <a:latin typeface="Helvetica Neue"/>
                <a:cs typeface="Segoe UI"/>
              </a:rPr>
              <a:t> die </a:t>
            </a:r>
            <a:r>
              <a:rPr lang="en-US" sz="1600" dirty="0" err="1">
                <a:latin typeface="Helvetica Neue"/>
                <a:cs typeface="Segoe UI"/>
              </a:rPr>
              <a:t>Suchfunktion</a:t>
            </a:r>
            <a:r>
              <a:rPr lang="en-US" sz="1600" dirty="0">
                <a:latin typeface="Helvetica Neue"/>
                <a:cs typeface="Segoe UI"/>
              </a:rPr>
              <a:t> alle Posts </a:t>
            </a:r>
            <a:r>
              <a:rPr lang="en-US" sz="1600" dirty="0" err="1">
                <a:latin typeface="Helvetica Neue"/>
                <a:cs typeface="Segoe UI"/>
              </a:rPr>
              <a:t>identifizieren</a:t>
            </a:r>
            <a:r>
              <a:rPr lang="en-US" sz="1600" dirty="0">
                <a:latin typeface="Helvetica Neue"/>
                <a:cs typeface="Segoe UI"/>
              </a:rPr>
              <a:t> die #IAMTLS </a:t>
            </a:r>
            <a:r>
              <a:rPr lang="en-US" sz="1600" dirty="0" err="1">
                <a:latin typeface="Helvetica Neue"/>
                <a:cs typeface="Segoe UI"/>
              </a:rPr>
              <a:t>beinhalten</a:t>
            </a:r>
            <a:r>
              <a:rPr lang="en-US" sz="1600" dirty="0">
                <a:latin typeface="Helvetica Neue"/>
                <a:cs typeface="Segoe UI"/>
              </a:rPr>
              <a:t>.</a:t>
            </a:r>
            <a:br>
              <a:rPr lang="en-US" sz="1600" dirty="0">
                <a:latin typeface="Helvetica Neue"/>
                <a:cs typeface="Segoe UI"/>
              </a:rPr>
            </a:br>
            <a:br>
              <a:rPr lang="en-US" sz="1600" dirty="0">
                <a:latin typeface="Helvetica Neue"/>
                <a:cs typeface="Segoe UI"/>
              </a:rPr>
            </a:br>
            <a:br>
              <a:rPr lang="en-US" sz="1600" dirty="0">
                <a:latin typeface="Helvetica Neue"/>
                <a:cs typeface="Segoe UI"/>
              </a:rPr>
            </a:br>
            <a:endParaRPr lang="en-US" sz="1600" b="1" dirty="0">
              <a:latin typeface="Helvetica Neue"/>
              <a:cs typeface="Segoe UI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9C47B8E-D7BC-600F-144D-F7DA00751365}"/>
              </a:ext>
            </a:extLst>
          </p:cNvPr>
          <p:cNvSpPr txBox="1"/>
          <p:nvPr/>
        </p:nvSpPr>
        <p:spPr>
          <a:xfrm>
            <a:off x="5061839" y="1020147"/>
            <a:ext cx="6649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Themen / Videovorschläge:</a:t>
            </a:r>
          </a:p>
          <a:p>
            <a:r>
              <a:rPr lang="de-DE" dirty="0">
                <a:solidFill>
                  <a:srgbClr val="FF0000"/>
                </a:solidFill>
              </a:rPr>
              <a:t>Naomi könnte ggf. neue Videos anfertigen</a:t>
            </a:r>
            <a:br>
              <a:rPr lang="de-DE" dirty="0">
                <a:solidFill>
                  <a:srgbClr val="FF0000"/>
                </a:solidFill>
              </a:rPr>
            </a:b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513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A42A2-67B4-93F3-584E-D3477CD6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A55C49-C446-68D1-FC4B-46FA4EBEB65E}"/>
              </a:ext>
            </a:extLst>
          </p:cNvPr>
          <p:cNvSpPr txBox="1"/>
          <p:nvPr/>
        </p:nvSpPr>
        <p:spPr>
          <a:xfrm>
            <a:off x="269113" y="202169"/>
            <a:ext cx="1288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/>
              <a:t>To Do’s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008FC3-0167-51C4-31BE-0D4EFB88C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97628"/>
              </p:ext>
            </p:extLst>
          </p:nvPr>
        </p:nvGraphicFramePr>
        <p:xfrm>
          <a:off x="128649" y="897796"/>
          <a:ext cx="11934702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5153">
                  <a:extLst>
                    <a:ext uri="{9D8B030D-6E8A-4147-A177-3AD203B41FA5}">
                      <a16:colId xmlns:a16="http://schemas.microsoft.com/office/drawing/2014/main" val="4266359110"/>
                    </a:ext>
                  </a:extLst>
                </a:gridCol>
                <a:gridCol w="2351315">
                  <a:extLst>
                    <a:ext uri="{9D8B030D-6E8A-4147-A177-3AD203B41FA5}">
                      <a16:colId xmlns:a16="http://schemas.microsoft.com/office/drawing/2014/main" val="193881121"/>
                    </a:ext>
                  </a:extLst>
                </a:gridCol>
                <a:gridCol w="3978234">
                  <a:extLst>
                    <a:ext uri="{9D8B030D-6E8A-4147-A177-3AD203B41FA5}">
                      <a16:colId xmlns:a16="http://schemas.microsoft.com/office/drawing/2014/main" val="1770149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Deadline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059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Videos </a:t>
                      </a:r>
                      <a:r>
                        <a:rPr lang="en-GB" dirty="0" err="1"/>
                        <a:t>hochladen</a:t>
                      </a:r>
                      <a:r>
                        <a:rPr lang="en-GB" dirty="0"/>
                        <a:t> (</a:t>
                      </a:r>
                      <a:r>
                        <a:rPr lang="en-GB" dirty="0" err="1"/>
                        <a:t>BlueTube</a:t>
                      </a:r>
                      <a:r>
                        <a:rPr lang="en-GB" dirty="0"/>
                        <a:t>)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Maurice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97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Marketleader</a:t>
                      </a:r>
                      <a:r>
                        <a:rPr lang="de-DE" dirty="0"/>
                        <a:t> über Meeting die TLSEMW2 pitchen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Christoph / Maurice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TB</a:t>
                      </a:r>
                      <a:r>
                        <a:rPr lang="de-DE" dirty="0"/>
                        <a:t>A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363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Explaining Video on how to post LinkedIn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Aaron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Freitag 06.03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991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Leute in den Slack-Channel </a:t>
                      </a:r>
                      <a:r>
                        <a:rPr lang="en-GB" dirty="0" err="1"/>
                        <a:t>einladen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Aaron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75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Einladungsmail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vor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Beginn</a:t>
                      </a:r>
                      <a:r>
                        <a:rPr lang="en-GB" dirty="0"/>
                        <a:t> der MW </a:t>
                      </a:r>
                      <a:r>
                        <a:rPr lang="en-GB" dirty="0" err="1"/>
                        <a:t>vorbereiten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Aaron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Freitag 06.03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115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Hashtag </a:t>
                      </a:r>
                      <a:r>
                        <a:rPr lang="en-GB" dirty="0" err="1"/>
                        <a:t>ergänzen</a:t>
                      </a:r>
                      <a:r>
                        <a:rPr lang="en-GB" dirty="0"/>
                        <a:t> LinkedIn Posts #IAMTLS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Aaron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Freitag 06.03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641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Trailer-Videos </a:t>
                      </a:r>
                      <a:r>
                        <a:rPr lang="en-GB" dirty="0" err="1"/>
                        <a:t>versenden</a:t>
                      </a:r>
                      <a:r>
                        <a:rPr lang="en-GB" dirty="0"/>
                        <a:t> / </a:t>
                      </a:r>
                      <a:r>
                        <a:rPr lang="en-GB" dirty="0" err="1"/>
                        <a:t>verteilen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Maurice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670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Sticker </a:t>
                      </a:r>
                      <a:r>
                        <a:rPr lang="en-GB" dirty="0" err="1"/>
                        <a:t>verteilen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41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Poster </a:t>
                      </a:r>
                      <a:r>
                        <a:rPr lang="en-GB" dirty="0" err="1"/>
                        <a:t>verteilen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389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Main-Videos </a:t>
                      </a:r>
                      <a:r>
                        <a:rPr lang="en-GB" dirty="0" err="1"/>
                        <a:t>schneiden</a:t>
                      </a:r>
                      <a:r>
                        <a:rPr lang="en-GB" dirty="0"/>
                        <a:t> und </a:t>
                      </a:r>
                      <a:r>
                        <a:rPr lang="en-GB" dirty="0" err="1"/>
                        <a:t>finalisieren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Simon</a:t>
                      </a:r>
                      <a:r>
                        <a:rPr lang="en-DE"/>
                        <a:t>/Lara</a:t>
                      </a:r>
                      <a:r>
                        <a:rPr lang="de-DE" dirty="0"/>
                        <a:t> / Maurice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207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Main-Videos </a:t>
                      </a:r>
                      <a:r>
                        <a:rPr lang="en-GB" dirty="0" err="1"/>
                        <a:t>erstellen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Simon</a:t>
                      </a:r>
                      <a:r>
                        <a:rPr lang="en-DE"/>
                        <a:t>/Lara</a:t>
                      </a:r>
                      <a:r>
                        <a:rPr lang="de-DE" dirty="0"/>
                        <a:t> / Ron??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16.03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828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734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484B1-4796-A8D2-B452-13F88BC0A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675A29-7878-854C-138B-207BE1194F1E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Ins="91440" bIns="4572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/>
              </a:rPr>
              <a:t>Unser ”</a:t>
            </a:r>
            <a:r>
              <a:rPr lang="en-GB" sz="3200" dirty="0" err="1">
                <a:solidFill>
                  <a:srgbClr val="FFFFFF"/>
                </a:solidFill>
                <a:latin typeface="IBM Plex Sans"/>
              </a:rPr>
              <a:t>visueller</a:t>
            </a:r>
            <a:r>
              <a:rPr lang="en-GB" sz="3200" dirty="0">
                <a:solidFill>
                  <a:srgbClr val="FFFFFF"/>
                </a:solidFill>
                <a:latin typeface="IBM Plex Sans"/>
              </a:rPr>
              <a:t> Anker” </a:t>
            </a:r>
            <a:endParaRPr lang="en-GB" sz="3200" dirty="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5956F-B840-5A81-E97F-56358AFF9DE5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A61DB0-A3B2-3CCA-4E59-393ADF5E89F6}"/>
              </a:ext>
            </a:extLst>
          </p:cNvPr>
          <p:cNvSpPr txBox="1"/>
          <p:nvPr/>
        </p:nvSpPr>
        <p:spPr>
          <a:xfrm>
            <a:off x="731520" y="6537960"/>
            <a:ext cx="242887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EMEA 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3CAE5-6E6D-52B7-80F1-C75589B7F3BD}"/>
              </a:ext>
            </a:extLst>
          </p:cNvPr>
          <p:cNvSpPr txBox="1"/>
          <p:nvPr/>
        </p:nvSpPr>
        <p:spPr>
          <a:xfrm>
            <a:off x="477079" y="1302027"/>
            <a:ext cx="11231217" cy="3295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50"/>
              </a:lnSpc>
            </a:pPr>
            <a:r>
              <a:rPr lang="en-US" sz="1600" b="1" dirty="0">
                <a:latin typeface="Helvetica Neue"/>
                <a:ea typeface="Segoe UI"/>
                <a:cs typeface="Segoe UI"/>
              </a:rPr>
              <a:t>BIENEN EINFÜGEN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E94D043-EADA-481B-1CAF-780382E75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790033"/>
            <a:ext cx="3113363" cy="389362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C3B6279-BD57-20A6-6B20-B8588EEE9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898" y="1790033"/>
            <a:ext cx="3113363" cy="389362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F1F6064-6692-1FB3-2561-02C9D2447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02" y="1790033"/>
            <a:ext cx="3113363" cy="389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61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evron 2">
            <a:extLst>
              <a:ext uri="{FF2B5EF4-FFF2-40B4-BE49-F238E27FC236}">
                <a16:creationId xmlns:a16="http://schemas.microsoft.com/office/drawing/2014/main" id="{96B38B10-8370-B32E-78B3-16F7567DDDCC}"/>
              </a:ext>
            </a:extLst>
          </p:cNvPr>
          <p:cNvSpPr/>
          <p:nvPr/>
        </p:nvSpPr>
        <p:spPr>
          <a:xfrm>
            <a:off x="208415" y="6172388"/>
            <a:ext cx="2926080" cy="548640"/>
          </a:xfrm>
          <a:prstGeom prst="chevron">
            <a:avLst/>
          </a:prstGeom>
          <a:solidFill>
            <a:srgbClr val="00BD3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PHASE </a:t>
            </a:r>
            <a:r>
              <a:rPr lang="en-US" sz="3200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  <a:endParaRPr lang="en-US" sz="2000" b="1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Chevron 3">
            <a:extLst>
              <a:ext uri="{FF2B5EF4-FFF2-40B4-BE49-F238E27FC236}">
                <a16:creationId xmlns:a16="http://schemas.microsoft.com/office/drawing/2014/main" id="{CB1D248B-3184-211E-FD58-D01ECA1CA46B}"/>
              </a:ext>
            </a:extLst>
          </p:cNvPr>
          <p:cNvSpPr/>
          <p:nvPr/>
        </p:nvSpPr>
        <p:spPr>
          <a:xfrm>
            <a:off x="3159895" y="6172388"/>
            <a:ext cx="2926080" cy="548640"/>
          </a:xfrm>
          <a:prstGeom prst="chevron">
            <a:avLst/>
          </a:prstGeom>
          <a:solidFill>
            <a:srgbClr val="92D05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PHASE </a:t>
            </a:r>
            <a:r>
              <a:rPr lang="en-US" sz="3200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endParaRPr lang="en-US" sz="2000" b="1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D923EFF4-B7A8-8248-7448-FDC807265F3C}"/>
              </a:ext>
            </a:extLst>
          </p:cNvPr>
          <p:cNvSpPr/>
          <p:nvPr/>
        </p:nvSpPr>
        <p:spPr>
          <a:xfrm>
            <a:off x="6111375" y="6172388"/>
            <a:ext cx="2926080" cy="548640"/>
          </a:xfrm>
          <a:prstGeom prst="chevr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PHASE </a:t>
            </a:r>
            <a:r>
              <a:rPr lang="en-US" sz="3200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  <a:endParaRPr lang="en-US" sz="2000" b="1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D96B75D0-BD13-7FAF-07E4-367EF228EC62}"/>
              </a:ext>
            </a:extLst>
          </p:cNvPr>
          <p:cNvSpPr/>
          <p:nvPr/>
        </p:nvSpPr>
        <p:spPr>
          <a:xfrm>
            <a:off x="9062855" y="6172388"/>
            <a:ext cx="2926080" cy="548640"/>
          </a:xfrm>
          <a:prstGeom prst="chevron">
            <a:avLst/>
          </a:prstGeom>
          <a:solidFill>
            <a:schemeClr val="tx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PHASE </a:t>
            </a:r>
            <a:r>
              <a:rPr lang="en-US" sz="3200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  <a:endParaRPr lang="en-US" sz="2000" b="1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Notched Right Arrow 6">
            <a:extLst>
              <a:ext uri="{FF2B5EF4-FFF2-40B4-BE49-F238E27FC236}">
                <a16:creationId xmlns:a16="http://schemas.microsoft.com/office/drawing/2014/main" id="{7F1D3E37-B149-E791-6642-BF5A19AE289A}"/>
              </a:ext>
            </a:extLst>
          </p:cNvPr>
          <p:cNvSpPr/>
          <p:nvPr/>
        </p:nvSpPr>
        <p:spPr>
          <a:xfrm>
            <a:off x="195714" y="3030520"/>
            <a:ext cx="11761059" cy="838200"/>
          </a:xfrm>
          <a:prstGeom prst="notchedRightArrow">
            <a:avLst>
              <a:gd name="adj1" fmla="val 50000"/>
              <a:gd name="adj2" fmla="val 54546"/>
            </a:avLst>
          </a:prstGeom>
          <a:gradFill>
            <a:gsLst>
              <a:gs pos="61000">
                <a:schemeClr val="tx2">
                  <a:lumMod val="60000"/>
                  <a:lumOff val="40000"/>
                </a:schemeClr>
              </a:gs>
              <a:gs pos="30000">
                <a:srgbClr val="92D050"/>
              </a:gs>
              <a:gs pos="0">
                <a:srgbClr val="00BD3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896F70-E818-3B13-01BA-B8C70F1E058F}"/>
              </a:ext>
            </a:extLst>
          </p:cNvPr>
          <p:cNvCxnSpPr>
            <a:cxnSpLocks/>
          </p:cNvCxnSpPr>
          <p:nvPr/>
        </p:nvCxnSpPr>
        <p:spPr>
          <a:xfrm flipH="1">
            <a:off x="691015" y="3458387"/>
            <a:ext cx="957" cy="50292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3E4B20D-DE00-BB43-DCFD-A6A71B11E720}"/>
              </a:ext>
            </a:extLst>
          </p:cNvPr>
          <p:cNvCxnSpPr>
            <a:cxnSpLocks/>
          </p:cNvCxnSpPr>
          <p:nvPr/>
        </p:nvCxnSpPr>
        <p:spPr>
          <a:xfrm flipH="1">
            <a:off x="1638299" y="3458387"/>
            <a:ext cx="957" cy="77724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49FDDF-3BD6-DE55-9B03-FA1F7562E429}"/>
              </a:ext>
            </a:extLst>
          </p:cNvPr>
          <p:cNvCxnSpPr>
            <a:cxnSpLocks/>
          </p:cNvCxnSpPr>
          <p:nvPr/>
        </p:nvCxnSpPr>
        <p:spPr>
          <a:xfrm flipH="1">
            <a:off x="2585583" y="3458387"/>
            <a:ext cx="957" cy="105156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79E25D-484B-D1C9-0DB0-BDCAEB244EFD}"/>
              </a:ext>
            </a:extLst>
          </p:cNvPr>
          <p:cNvCxnSpPr>
            <a:cxnSpLocks/>
          </p:cNvCxnSpPr>
          <p:nvPr/>
        </p:nvCxnSpPr>
        <p:spPr>
          <a:xfrm flipH="1">
            <a:off x="3532867" y="3458387"/>
            <a:ext cx="957" cy="128016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6C9DE2-D714-4A77-2ADC-816101954AA9}"/>
              </a:ext>
            </a:extLst>
          </p:cNvPr>
          <p:cNvCxnSpPr>
            <a:cxnSpLocks/>
          </p:cNvCxnSpPr>
          <p:nvPr/>
        </p:nvCxnSpPr>
        <p:spPr>
          <a:xfrm flipH="1">
            <a:off x="4480151" y="3458387"/>
            <a:ext cx="957" cy="146304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4B99ED-6AC7-1515-CDD2-D5B64704075A}"/>
              </a:ext>
            </a:extLst>
          </p:cNvPr>
          <p:cNvCxnSpPr>
            <a:cxnSpLocks/>
          </p:cNvCxnSpPr>
          <p:nvPr/>
        </p:nvCxnSpPr>
        <p:spPr>
          <a:xfrm flipH="1">
            <a:off x="5427435" y="3458387"/>
            <a:ext cx="957" cy="164592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B778B0-DA9B-0309-A7C5-50ABBD5B81AF}"/>
              </a:ext>
            </a:extLst>
          </p:cNvPr>
          <p:cNvCxnSpPr>
            <a:cxnSpLocks/>
          </p:cNvCxnSpPr>
          <p:nvPr/>
        </p:nvCxnSpPr>
        <p:spPr>
          <a:xfrm flipH="1">
            <a:off x="6374719" y="3458387"/>
            <a:ext cx="957" cy="50292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FC78E5-CAB4-9A71-010E-8C390FEFDDCF}"/>
              </a:ext>
            </a:extLst>
          </p:cNvPr>
          <p:cNvCxnSpPr>
            <a:cxnSpLocks/>
          </p:cNvCxnSpPr>
          <p:nvPr/>
        </p:nvCxnSpPr>
        <p:spPr>
          <a:xfrm flipH="1">
            <a:off x="7322003" y="3458387"/>
            <a:ext cx="957" cy="77724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B6E77B-B240-A636-5B39-08ECB2A7E52D}"/>
              </a:ext>
            </a:extLst>
          </p:cNvPr>
          <p:cNvCxnSpPr>
            <a:cxnSpLocks/>
          </p:cNvCxnSpPr>
          <p:nvPr/>
        </p:nvCxnSpPr>
        <p:spPr>
          <a:xfrm flipH="1">
            <a:off x="8269287" y="3458387"/>
            <a:ext cx="957" cy="105156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AB3CC50-52D6-29A7-17E0-71113162CE2D}"/>
              </a:ext>
            </a:extLst>
          </p:cNvPr>
          <p:cNvCxnSpPr>
            <a:cxnSpLocks/>
          </p:cNvCxnSpPr>
          <p:nvPr/>
        </p:nvCxnSpPr>
        <p:spPr>
          <a:xfrm flipH="1">
            <a:off x="9216571" y="3458387"/>
            <a:ext cx="957" cy="128016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BC927E0-7630-CA37-8B24-4425FFE2BFBA}"/>
              </a:ext>
            </a:extLst>
          </p:cNvPr>
          <p:cNvCxnSpPr>
            <a:cxnSpLocks/>
          </p:cNvCxnSpPr>
          <p:nvPr/>
        </p:nvCxnSpPr>
        <p:spPr>
          <a:xfrm flipH="1">
            <a:off x="10163855" y="3458387"/>
            <a:ext cx="957" cy="146304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D0723CD-673C-8C14-47AE-ED5F20F3091D}"/>
              </a:ext>
            </a:extLst>
          </p:cNvPr>
          <p:cNvCxnSpPr>
            <a:cxnSpLocks/>
          </p:cNvCxnSpPr>
          <p:nvPr/>
        </p:nvCxnSpPr>
        <p:spPr>
          <a:xfrm flipH="1">
            <a:off x="11111137" y="3458387"/>
            <a:ext cx="957" cy="164592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6C85F6CA-2D64-037A-A065-2826D59DF631}"/>
              </a:ext>
            </a:extLst>
          </p:cNvPr>
          <p:cNvSpPr/>
          <p:nvPr/>
        </p:nvSpPr>
        <p:spPr>
          <a:xfrm>
            <a:off x="551315" y="3316270"/>
            <a:ext cx="266700" cy="2667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40000" dist="23000" dir="5400000" rotWithShape="0">
              <a:schemeClr val="bg1">
                <a:lumMod val="7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5425AA0-606B-EDC4-F505-B158F5416988}"/>
              </a:ext>
            </a:extLst>
          </p:cNvPr>
          <p:cNvSpPr/>
          <p:nvPr/>
        </p:nvSpPr>
        <p:spPr>
          <a:xfrm>
            <a:off x="1498599" y="3316270"/>
            <a:ext cx="266700" cy="2667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40000" dist="23000" dir="5400000" rotWithShape="0">
              <a:schemeClr val="bg1">
                <a:lumMod val="7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AA8203E-5609-8564-645B-FA4491FD20CF}"/>
              </a:ext>
            </a:extLst>
          </p:cNvPr>
          <p:cNvSpPr/>
          <p:nvPr/>
        </p:nvSpPr>
        <p:spPr>
          <a:xfrm>
            <a:off x="2445883" y="3316270"/>
            <a:ext cx="266700" cy="2667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40000" dist="23000" dir="5400000" rotWithShape="0">
              <a:schemeClr val="bg1">
                <a:lumMod val="7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A7EAF10-3D59-DFB1-9553-CE6B66752128}"/>
              </a:ext>
            </a:extLst>
          </p:cNvPr>
          <p:cNvSpPr/>
          <p:nvPr/>
        </p:nvSpPr>
        <p:spPr>
          <a:xfrm>
            <a:off x="3393167" y="3316270"/>
            <a:ext cx="266700" cy="2667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40000" dist="23000" dir="5400000" rotWithShape="0">
              <a:schemeClr val="bg1">
                <a:lumMod val="7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CF96B7A-68F2-3922-1F8C-B6BF622FE794}"/>
              </a:ext>
            </a:extLst>
          </p:cNvPr>
          <p:cNvSpPr/>
          <p:nvPr/>
        </p:nvSpPr>
        <p:spPr>
          <a:xfrm>
            <a:off x="4340451" y="3316270"/>
            <a:ext cx="266700" cy="2667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40000" dist="23000" dir="5400000" rotWithShape="0">
              <a:schemeClr val="bg1">
                <a:lumMod val="7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9B87045-5F4E-E55C-4C15-B1A63C4350F2}"/>
              </a:ext>
            </a:extLst>
          </p:cNvPr>
          <p:cNvSpPr/>
          <p:nvPr/>
        </p:nvSpPr>
        <p:spPr>
          <a:xfrm>
            <a:off x="5287735" y="3316270"/>
            <a:ext cx="266700" cy="2667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40000" dist="23000" dir="5400000" rotWithShape="0">
              <a:schemeClr val="bg1">
                <a:lumMod val="7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A8F14E2-A09E-0054-2E31-F3117CFE9B70}"/>
              </a:ext>
            </a:extLst>
          </p:cNvPr>
          <p:cNvSpPr/>
          <p:nvPr/>
        </p:nvSpPr>
        <p:spPr>
          <a:xfrm>
            <a:off x="6235019" y="3316270"/>
            <a:ext cx="266700" cy="2667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40000" dist="23000" dir="5400000" rotWithShape="0">
              <a:schemeClr val="bg1">
                <a:lumMod val="7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875D7F6-2D8C-B840-BCEA-4483BFD5C9CB}"/>
              </a:ext>
            </a:extLst>
          </p:cNvPr>
          <p:cNvSpPr/>
          <p:nvPr/>
        </p:nvSpPr>
        <p:spPr>
          <a:xfrm>
            <a:off x="7182303" y="3316270"/>
            <a:ext cx="266700" cy="2667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40000" dist="23000" dir="5400000" rotWithShape="0">
              <a:schemeClr val="bg1">
                <a:lumMod val="7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0E06AE2-5BB6-6045-05FB-A9BD4B56D995}"/>
              </a:ext>
            </a:extLst>
          </p:cNvPr>
          <p:cNvSpPr/>
          <p:nvPr/>
        </p:nvSpPr>
        <p:spPr>
          <a:xfrm>
            <a:off x="8129587" y="3316270"/>
            <a:ext cx="266700" cy="2667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40000" dist="23000" dir="5400000" rotWithShape="0">
              <a:schemeClr val="bg1">
                <a:lumMod val="7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05B667F-C934-63A7-C7F0-17476EB3A96F}"/>
              </a:ext>
            </a:extLst>
          </p:cNvPr>
          <p:cNvSpPr/>
          <p:nvPr/>
        </p:nvSpPr>
        <p:spPr>
          <a:xfrm>
            <a:off x="9076871" y="3316270"/>
            <a:ext cx="266700" cy="2667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40000" dist="23000" dir="5400000" rotWithShape="0">
              <a:schemeClr val="bg1">
                <a:lumMod val="7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8A0CBA8-7260-8C64-7274-CCEFC70BB1D6}"/>
              </a:ext>
            </a:extLst>
          </p:cNvPr>
          <p:cNvSpPr/>
          <p:nvPr/>
        </p:nvSpPr>
        <p:spPr>
          <a:xfrm>
            <a:off x="10024155" y="3316270"/>
            <a:ext cx="266700" cy="2667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40000" dist="23000" dir="5400000" rotWithShape="0">
              <a:schemeClr val="bg1">
                <a:lumMod val="7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2762309E-93B0-4F16-0C3C-C6B2BAAF6220}"/>
              </a:ext>
            </a:extLst>
          </p:cNvPr>
          <p:cNvSpPr/>
          <p:nvPr/>
        </p:nvSpPr>
        <p:spPr>
          <a:xfrm>
            <a:off x="10971437" y="3316270"/>
            <a:ext cx="266700" cy="2667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40000" dist="23000" dir="5400000" rotWithShape="0">
              <a:schemeClr val="bg1">
                <a:lumMod val="7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B4A4123-FA94-CC5A-BC76-6B422994D500}"/>
              </a:ext>
            </a:extLst>
          </p:cNvPr>
          <p:cNvSpPr/>
          <p:nvPr/>
        </p:nvSpPr>
        <p:spPr>
          <a:xfrm>
            <a:off x="386215" y="3936528"/>
            <a:ext cx="73152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9144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Weekly Interlock </a:t>
            </a: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März 2026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2526E92-4A3D-CC45-0C8A-D3FD4F6D4CC5}"/>
              </a:ext>
            </a:extLst>
          </p:cNvPr>
          <p:cNvSpPr/>
          <p:nvPr/>
        </p:nvSpPr>
        <p:spPr>
          <a:xfrm>
            <a:off x="1117735" y="4278628"/>
            <a:ext cx="947284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9144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Lock-In des Contents</a:t>
            </a: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März 2026</a:t>
            </a: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850328E-E32D-4F63-BAE4-BC735743DA61}"/>
              </a:ext>
            </a:extLst>
          </p:cNvPr>
          <p:cNvSpPr/>
          <p:nvPr/>
        </p:nvSpPr>
        <p:spPr>
          <a:xfrm>
            <a:off x="2280783" y="4539703"/>
            <a:ext cx="73152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9144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Fertigstellung</a:t>
            </a:r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der Videos</a:t>
            </a: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Ende März 2026</a:t>
            </a: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1AE4631-608E-7814-CB8F-AAE6E3A78F29}"/>
              </a:ext>
            </a:extLst>
          </p:cNvPr>
          <p:cNvSpPr/>
          <p:nvPr/>
        </p:nvSpPr>
        <p:spPr>
          <a:xfrm>
            <a:off x="3228067" y="4742903"/>
            <a:ext cx="73152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9144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Druck der Poster</a:t>
            </a:r>
          </a:p>
          <a:p>
            <a:pPr algn="l"/>
            <a:b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TBA</a:t>
            </a: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25A38EE-1D63-93E9-2CAA-A133ED1711CB}"/>
              </a:ext>
            </a:extLst>
          </p:cNvPr>
          <p:cNvSpPr/>
          <p:nvPr/>
        </p:nvSpPr>
        <p:spPr>
          <a:xfrm>
            <a:off x="4175351" y="4946103"/>
            <a:ext cx="73152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9144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  <a:r>
              <a:rPr lang="en-US" sz="900" baseline="300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</a:t>
            </a:r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Briefing für </a:t>
            </a:r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Marketleader</a:t>
            </a:r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TBA</a:t>
            </a: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1836429-3772-17F3-4AB8-F68CEEBE222E}"/>
              </a:ext>
            </a:extLst>
          </p:cNvPr>
          <p:cNvSpPr/>
          <p:nvPr/>
        </p:nvSpPr>
        <p:spPr>
          <a:xfrm>
            <a:off x="5115119" y="5046166"/>
            <a:ext cx="846917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9144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Detaillierte</a:t>
            </a:r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Mail an alle </a:t>
            </a:r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Marketleader</a:t>
            </a:r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mit</a:t>
            </a:r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Content und </a:t>
            </a:r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Erwartungen</a:t>
            </a:r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TBA</a:t>
            </a: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1A863D5-DCC4-36F9-C6A9-39467CEC3F03}"/>
              </a:ext>
            </a:extLst>
          </p:cNvPr>
          <p:cNvSpPr/>
          <p:nvPr/>
        </p:nvSpPr>
        <p:spPr>
          <a:xfrm>
            <a:off x="6069919" y="4028892"/>
            <a:ext cx="731520" cy="10172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9144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Verteilung</a:t>
            </a:r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der Sticker und Poster</a:t>
            </a:r>
          </a:p>
          <a:p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April / Mai 2026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8562DD5-E285-5B16-21D2-DB1AE41DA6CB}"/>
              </a:ext>
            </a:extLst>
          </p:cNvPr>
          <p:cNvSpPr/>
          <p:nvPr/>
        </p:nvSpPr>
        <p:spPr>
          <a:xfrm>
            <a:off x="7017203" y="4352518"/>
            <a:ext cx="731520" cy="100210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9144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Intro-Video </a:t>
            </a:r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versenden</a:t>
            </a:r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über</a:t>
            </a:r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Verteiler</a:t>
            </a:r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Ende Mai 2026</a:t>
            </a:r>
          </a:p>
          <a:p>
            <a:pPr algn="l"/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2FED140-E1C7-1B75-2196-6AFCF2EC35A7}"/>
              </a:ext>
            </a:extLst>
          </p:cNvPr>
          <p:cNvSpPr/>
          <p:nvPr/>
        </p:nvSpPr>
        <p:spPr>
          <a:xfrm>
            <a:off x="7964487" y="4595121"/>
            <a:ext cx="731520" cy="9707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9144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Assistant-Video </a:t>
            </a:r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versenden</a:t>
            </a:r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Anfang Juni 2026</a:t>
            </a:r>
          </a:p>
          <a:p>
            <a:pPr algn="l"/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BE3C9A2-A19E-D93E-0316-0F1B8F0F5768}"/>
              </a:ext>
            </a:extLst>
          </p:cNvPr>
          <p:cNvSpPr/>
          <p:nvPr/>
        </p:nvSpPr>
        <p:spPr>
          <a:xfrm>
            <a:off x="8911771" y="4779847"/>
            <a:ext cx="731520" cy="895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9144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Slack-Channel </a:t>
            </a:r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Einladungen</a:t>
            </a:r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Anfang Juni 2026</a:t>
            </a: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9488850-3AA0-079D-DB29-74CD96EEEB87}"/>
              </a:ext>
            </a:extLst>
          </p:cNvPr>
          <p:cNvSpPr/>
          <p:nvPr/>
        </p:nvSpPr>
        <p:spPr>
          <a:xfrm>
            <a:off x="9859055" y="4964575"/>
            <a:ext cx="73152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9144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Start der TLSEMW2</a:t>
            </a:r>
          </a:p>
          <a:p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1. Juli 2026</a:t>
            </a: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9401EE7-C816-8576-57FD-750DE2BCC61E}"/>
              </a:ext>
            </a:extLst>
          </p:cNvPr>
          <p:cNvSpPr/>
          <p:nvPr/>
        </p:nvSpPr>
        <p:spPr>
          <a:xfrm>
            <a:off x="10745376" y="5112733"/>
            <a:ext cx="1120313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720" rIns="0" bIns="9144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Aktive</a:t>
            </a:r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Betreuung</a:t>
            </a:r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und </a:t>
            </a:r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Sicherstellung</a:t>
            </a:r>
            <a:r>
              <a:rPr lang="en-US" sz="9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der </a:t>
            </a:r>
            <a:r>
              <a:rPr lang="en-US" sz="90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Qualitätskriterien</a:t>
            </a:r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1.-10 Juli 2026</a:t>
            </a:r>
          </a:p>
          <a:p>
            <a:pPr algn="l"/>
            <a:endParaRPr lang="en-US" sz="9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CD96525-29E7-6E12-9D5B-CC2BA6A8A264}"/>
              </a:ext>
            </a:extLst>
          </p:cNvPr>
          <p:cNvGrpSpPr/>
          <p:nvPr/>
        </p:nvGrpSpPr>
        <p:grpSpPr>
          <a:xfrm>
            <a:off x="1564497" y="675289"/>
            <a:ext cx="2145344" cy="2837166"/>
            <a:chOff x="1242482" y="409377"/>
            <a:chExt cx="2145344" cy="2837166"/>
          </a:xfrm>
          <a:effectLst/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70B0C824-E1F1-2F20-B65C-23A250AB3E03}"/>
                </a:ext>
              </a:extLst>
            </p:cNvPr>
            <p:cNvGrpSpPr/>
            <p:nvPr/>
          </p:nvGrpSpPr>
          <p:grpSpPr>
            <a:xfrm>
              <a:off x="1242482" y="417685"/>
              <a:ext cx="137160" cy="2828858"/>
              <a:chOff x="1242482" y="417685"/>
              <a:chExt cx="137160" cy="2828858"/>
            </a:xfrm>
          </p:grpSpPr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72368B2C-6481-C00E-6CB2-5522A2F160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14450" y="417685"/>
                <a:ext cx="0" cy="2757315"/>
              </a:xfrm>
              <a:prstGeom prst="line">
                <a:avLst/>
              </a:prstGeom>
              <a:ln w="44450" cap="rnd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75000"/>
                      </a:schemeClr>
                    </a:gs>
                  </a:gsLst>
                  <a:lin ang="5400000" scaled="1"/>
                </a:gradFill>
                <a:prstDash val="sysDot"/>
                <a:tailEnd type="none" w="lg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03349354-13AC-F537-9DB4-42E4FE43FC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2482" y="3109383"/>
                <a:ext cx="137160" cy="137160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11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11" name="TextBox 58">
              <a:extLst>
                <a:ext uri="{FF2B5EF4-FFF2-40B4-BE49-F238E27FC236}">
                  <a16:creationId xmlns:a16="http://schemas.microsoft.com/office/drawing/2014/main" id="{DDA05187-F18A-91CB-6D31-04442DBC97BC}"/>
                </a:ext>
              </a:extLst>
            </p:cNvPr>
            <p:cNvSpPr txBox="1"/>
            <p:nvPr/>
          </p:nvSpPr>
          <p:spPr>
            <a:xfrm>
              <a:off x="1339849" y="409377"/>
              <a:ext cx="2047977" cy="24130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MILESTONE 1 - </a:t>
              </a:r>
              <a:r>
                <a:rPr lang="en-US" sz="105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Teamintern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2" name="TextBox 60">
              <a:extLst>
                <a:ext uri="{FF2B5EF4-FFF2-40B4-BE49-F238E27FC236}">
                  <a16:creationId xmlns:a16="http://schemas.microsoft.com/office/drawing/2014/main" id="{321D92CB-F13A-0632-ACE0-CB07252CE745}"/>
                </a:ext>
              </a:extLst>
            </p:cNvPr>
            <p:cNvSpPr txBox="1"/>
            <p:nvPr/>
          </p:nvSpPr>
          <p:spPr>
            <a:xfrm>
              <a:off x="1339849" y="663377"/>
              <a:ext cx="1350439" cy="228600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Einigung</a:t>
              </a:r>
              <a:r>
                <a:rPr lang="en-US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des Contents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CD60999-F62E-298A-6DFE-26F25B094668}"/>
              </a:ext>
            </a:extLst>
          </p:cNvPr>
          <p:cNvGrpSpPr/>
          <p:nvPr/>
        </p:nvGrpSpPr>
        <p:grpSpPr>
          <a:xfrm>
            <a:off x="4405865" y="916589"/>
            <a:ext cx="2301909" cy="2601776"/>
            <a:chOff x="3718983" y="644767"/>
            <a:chExt cx="2301909" cy="2601776"/>
          </a:xfrm>
          <a:effectLst/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42E2BC7-0B32-9F1F-0463-0340945A1A6D}"/>
                </a:ext>
              </a:extLst>
            </p:cNvPr>
            <p:cNvGrpSpPr/>
            <p:nvPr/>
          </p:nvGrpSpPr>
          <p:grpSpPr>
            <a:xfrm>
              <a:off x="3718983" y="665580"/>
              <a:ext cx="137160" cy="2580963"/>
              <a:chOff x="3718983" y="665580"/>
              <a:chExt cx="137160" cy="2580963"/>
            </a:xfrm>
          </p:grpSpPr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E32BBB0D-B366-4AB9-9EFE-23FE325D3A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90950" y="665580"/>
                <a:ext cx="0" cy="2508009"/>
              </a:xfrm>
              <a:prstGeom prst="line">
                <a:avLst/>
              </a:prstGeom>
              <a:ln w="44450" cap="rnd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75000"/>
                      </a:schemeClr>
                    </a:gs>
                  </a:gsLst>
                  <a:lin ang="5400000" scaled="1"/>
                </a:gradFill>
                <a:prstDash val="sysDot"/>
                <a:tailEnd type="none" w="lg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3BFB5323-F938-F514-6E44-FA015E20B5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18983" y="3109383"/>
                <a:ext cx="137160" cy="137160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11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17" name="TextBox 64">
              <a:extLst>
                <a:ext uri="{FF2B5EF4-FFF2-40B4-BE49-F238E27FC236}">
                  <a16:creationId xmlns:a16="http://schemas.microsoft.com/office/drawing/2014/main" id="{7067060A-5560-BDDE-EBDE-7F62409E7062}"/>
                </a:ext>
              </a:extLst>
            </p:cNvPr>
            <p:cNvSpPr txBox="1"/>
            <p:nvPr/>
          </p:nvSpPr>
          <p:spPr>
            <a:xfrm>
              <a:off x="3816349" y="644767"/>
              <a:ext cx="2204543" cy="24130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MILESTONE</a:t>
              </a: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2 -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Marketleader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8" name="TextBox 65">
              <a:extLst>
                <a:ext uri="{FF2B5EF4-FFF2-40B4-BE49-F238E27FC236}">
                  <a16:creationId xmlns:a16="http://schemas.microsoft.com/office/drawing/2014/main" id="{966B1DB1-4713-F389-E695-CE5B14DB4E4E}"/>
                </a:ext>
              </a:extLst>
            </p:cNvPr>
            <p:cNvSpPr txBox="1"/>
            <p:nvPr/>
          </p:nvSpPr>
          <p:spPr>
            <a:xfrm>
              <a:off x="3816349" y="886067"/>
              <a:ext cx="1336173" cy="223520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Content-</a:t>
              </a:r>
              <a:r>
                <a:rPr lang="en-US" dirty="0" err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Vorbereitungen</a:t>
              </a:r>
              <a:r>
                <a:rPr lang="en-US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lang="en-US" dirty="0" err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abgeschlossen</a:t>
              </a:r>
              <a:endPara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217EDA1-608C-4250-1F9D-414E87C0F1C9}"/>
              </a:ext>
            </a:extLst>
          </p:cNvPr>
          <p:cNvGrpSpPr/>
          <p:nvPr/>
        </p:nvGrpSpPr>
        <p:grpSpPr>
          <a:xfrm>
            <a:off x="7246591" y="1057785"/>
            <a:ext cx="2446042" cy="2461060"/>
            <a:chOff x="6196895" y="785483"/>
            <a:chExt cx="2446042" cy="2461060"/>
          </a:xfrm>
          <a:effectLst/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F7B1EEDF-1186-9B64-25FB-28666122E721}"/>
                </a:ext>
              </a:extLst>
            </p:cNvPr>
            <p:cNvGrpSpPr/>
            <p:nvPr/>
          </p:nvGrpSpPr>
          <p:grpSpPr>
            <a:xfrm>
              <a:off x="6196895" y="842433"/>
              <a:ext cx="137160" cy="2404110"/>
              <a:chOff x="6196895" y="842433"/>
              <a:chExt cx="137160" cy="2404110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1FA0A316-25BC-634C-7739-1310EBBCA876}"/>
                  </a:ext>
                </a:extLst>
              </p:cNvPr>
              <p:cNvCxnSpPr/>
              <p:nvPr/>
            </p:nvCxnSpPr>
            <p:spPr>
              <a:xfrm flipH="1">
                <a:off x="6268861" y="842433"/>
                <a:ext cx="0" cy="2324100"/>
              </a:xfrm>
              <a:prstGeom prst="line">
                <a:avLst/>
              </a:prstGeom>
              <a:ln w="44450" cap="rnd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75000"/>
                      </a:schemeClr>
                    </a:gs>
                  </a:gsLst>
                  <a:lin ang="5400000" scaled="1"/>
                </a:gradFill>
                <a:prstDash val="sysDot"/>
                <a:tailEnd type="none" w="lg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A283B42-F998-8972-C029-8F708D14AF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96895" y="3109383"/>
                <a:ext cx="137160" cy="137160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11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23" name="TextBox 72">
              <a:extLst>
                <a:ext uri="{FF2B5EF4-FFF2-40B4-BE49-F238E27FC236}">
                  <a16:creationId xmlns:a16="http://schemas.microsoft.com/office/drawing/2014/main" id="{CC272BEC-122C-05C3-2C7A-362E7FBD520A}"/>
                </a:ext>
              </a:extLst>
            </p:cNvPr>
            <p:cNvSpPr txBox="1"/>
            <p:nvPr/>
          </p:nvSpPr>
          <p:spPr>
            <a:xfrm>
              <a:off x="6294260" y="785483"/>
              <a:ext cx="2348677" cy="24130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MILESTONE</a:t>
              </a: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 – TLS EMEA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4" name="TextBox 73">
              <a:extLst>
                <a:ext uri="{FF2B5EF4-FFF2-40B4-BE49-F238E27FC236}">
                  <a16:creationId xmlns:a16="http://schemas.microsoft.com/office/drawing/2014/main" id="{181A90E3-B11D-CA73-8874-1836C3EC23F1}"/>
                </a:ext>
              </a:extLst>
            </p:cNvPr>
            <p:cNvSpPr txBox="1"/>
            <p:nvPr/>
          </p:nvSpPr>
          <p:spPr>
            <a:xfrm>
              <a:off x="6294260" y="1026783"/>
              <a:ext cx="1256563" cy="187325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Vorbereitungen</a:t>
              </a:r>
              <a:r>
                <a:rPr lang="en-US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lang="en-US" dirty="0" err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abgeschlossen</a:t>
              </a:r>
              <a:endPara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9A2CD6B-25BC-A175-CD49-9B72B2D68822}"/>
              </a:ext>
            </a:extLst>
          </p:cNvPr>
          <p:cNvGrpSpPr/>
          <p:nvPr/>
        </p:nvGrpSpPr>
        <p:grpSpPr>
          <a:xfrm>
            <a:off x="10088123" y="1374498"/>
            <a:ext cx="1832947" cy="2141643"/>
            <a:chOff x="8673394" y="1104900"/>
            <a:chExt cx="1832947" cy="2141643"/>
          </a:xfrm>
          <a:effectLst/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7A13A21-AB89-7BC0-21FD-82DAD4B66715}"/>
                </a:ext>
              </a:extLst>
            </p:cNvPr>
            <p:cNvGrpSpPr/>
            <p:nvPr/>
          </p:nvGrpSpPr>
          <p:grpSpPr>
            <a:xfrm>
              <a:off x="8673394" y="1168400"/>
              <a:ext cx="137160" cy="2078143"/>
              <a:chOff x="8673394" y="1168400"/>
              <a:chExt cx="137160" cy="2078143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6E2F47E0-2D2F-7618-2FF9-F0A64B531D11}"/>
                  </a:ext>
                </a:extLst>
              </p:cNvPr>
              <p:cNvCxnSpPr/>
              <p:nvPr/>
            </p:nvCxnSpPr>
            <p:spPr>
              <a:xfrm flipH="1">
                <a:off x="8743950" y="1168400"/>
                <a:ext cx="0" cy="2006600"/>
              </a:xfrm>
              <a:prstGeom prst="line">
                <a:avLst/>
              </a:prstGeom>
              <a:ln w="44450" cap="rnd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75000"/>
                      </a:schemeClr>
                    </a:gs>
                  </a:gsLst>
                  <a:lin ang="5400000" scaled="1"/>
                </a:gradFill>
                <a:prstDash val="sysDot"/>
                <a:tailEnd type="none" w="lg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7B4A58C2-B7BA-77F7-DD8B-9624BCD539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73394" y="3109383"/>
                <a:ext cx="137160" cy="137160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11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29" name="TextBox 78">
              <a:extLst>
                <a:ext uri="{FF2B5EF4-FFF2-40B4-BE49-F238E27FC236}">
                  <a16:creationId xmlns:a16="http://schemas.microsoft.com/office/drawing/2014/main" id="{47EEB848-5768-6D9E-A5D7-5AFE468BBB4C}"/>
                </a:ext>
              </a:extLst>
            </p:cNvPr>
            <p:cNvSpPr txBox="1"/>
            <p:nvPr/>
          </p:nvSpPr>
          <p:spPr>
            <a:xfrm>
              <a:off x="8769349" y="1104900"/>
              <a:ext cx="1736992" cy="24130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MILESTONE</a:t>
              </a: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4 - START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0" name="TextBox 79">
              <a:extLst>
                <a:ext uri="{FF2B5EF4-FFF2-40B4-BE49-F238E27FC236}">
                  <a16:creationId xmlns:a16="http://schemas.microsoft.com/office/drawing/2014/main" id="{FA72E32B-A628-31F6-8C14-12B5CD15F455}"/>
                </a:ext>
              </a:extLst>
            </p:cNvPr>
            <p:cNvSpPr txBox="1"/>
            <p:nvPr/>
          </p:nvSpPr>
          <p:spPr>
            <a:xfrm>
              <a:off x="8769349" y="1346200"/>
              <a:ext cx="1256551" cy="158115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TLS EMEA</a:t>
              </a:r>
            </a:p>
            <a:p>
              <a:r>
                <a:rPr lang="en-US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Marketing Week</a:t>
              </a:r>
            </a:p>
            <a:p>
              <a:r>
                <a:rPr lang="en-US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2.0 Start</a:t>
              </a: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F312E88C-1144-E159-7A98-1C38EC33CFB2}"/>
              </a:ext>
            </a:extLst>
          </p:cNvPr>
          <p:cNvSpPr txBox="1"/>
          <p:nvPr/>
        </p:nvSpPr>
        <p:spPr>
          <a:xfrm>
            <a:off x="195716" y="105182"/>
            <a:ext cx="84138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ROLLOUT PLAN</a:t>
            </a:r>
          </a:p>
        </p:txBody>
      </p:sp>
    </p:spTree>
    <p:extLst>
      <p:ext uri="{BB962C8B-B14F-4D97-AF65-F5344CB8AC3E}">
        <p14:creationId xmlns:p14="http://schemas.microsoft.com/office/powerpoint/2010/main" val="1521696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bstract white geometric texture">
            <a:extLst>
              <a:ext uri="{FF2B5EF4-FFF2-40B4-BE49-F238E27FC236}">
                <a16:creationId xmlns:a16="http://schemas.microsoft.com/office/drawing/2014/main" id="{1E74E494-53B3-F94F-5D19-F43AD4B5E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373" y="0"/>
            <a:ext cx="12203371" cy="6858000"/>
          </a:xfrm>
          <a:prstGeom prst="rect">
            <a:avLst/>
          </a:prstGeom>
        </p:spPr>
      </p:pic>
      <p:sp>
        <p:nvSpPr>
          <p:cNvPr id="2" name="Heptagon 1">
            <a:extLst>
              <a:ext uri="{FF2B5EF4-FFF2-40B4-BE49-F238E27FC236}">
                <a16:creationId xmlns:a16="http://schemas.microsoft.com/office/drawing/2014/main" id="{D9F40F98-ABED-754F-38E3-5FAFC1FA166F}"/>
              </a:ext>
            </a:extLst>
          </p:cNvPr>
          <p:cNvSpPr/>
          <p:nvPr/>
        </p:nvSpPr>
        <p:spPr>
          <a:xfrm>
            <a:off x="4240306" y="1819835"/>
            <a:ext cx="3218330" cy="3218330"/>
          </a:xfrm>
          <a:prstGeom prst="heptagon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C4B9E8-80D7-0E4C-98A0-080138C4551C}"/>
              </a:ext>
            </a:extLst>
          </p:cNvPr>
          <p:cNvSpPr txBox="1"/>
          <p:nvPr/>
        </p:nvSpPr>
        <p:spPr>
          <a:xfrm>
            <a:off x="4500004" y="2657515"/>
            <a:ext cx="27732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PHASE 1</a:t>
            </a:r>
          </a:p>
          <a:p>
            <a:pPr algn="ctr"/>
            <a:r>
              <a:rPr lang="en-US" sz="3200" b="1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DE9991-7CDC-8860-5C22-C2A357AD2BAD}"/>
              </a:ext>
            </a:extLst>
          </p:cNvPr>
          <p:cNvSpPr txBox="1"/>
          <p:nvPr/>
        </p:nvSpPr>
        <p:spPr>
          <a:xfrm>
            <a:off x="1024725" y="4660201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8D78CB-C046-6DD1-7BAB-53B19935E9FA}"/>
              </a:ext>
            </a:extLst>
          </p:cNvPr>
          <p:cNvSpPr txBox="1"/>
          <p:nvPr/>
        </p:nvSpPr>
        <p:spPr>
          <a:xfrm>
            <a:off x="1307524" y="4992089"/>
            <a:ext cx="2174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Einigung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beim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Inhalt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9CDEFC-C763-D16A-94CF-D51FF5914BB7}"/>
              </a:ext>
            </a:extLst>
          </p:cNvPr>
          <p:cNvSpPr txBox="1"/>
          <p:nvPr/>
        </p:nvSpPr>
        <p:spPr>
          <a:xfrm>
            <a:off x="987983" y="2449567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0563B0-6588-44C8-B71E-D8DB26FB91A3}"/>
              </a:ext>
            </a:extLst>
          </p:cNvPr>
          <p:cNvSpPr txBox="1"/>
          <p:nvPr/>
        </p:nvSpPr>
        <p:spPr>
          <a:xfrm>
            <a:off x="1258655" y="2787291"/>
            <a:ext cx="2174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Content in den Interlocks </a:t>
            </a:r>
            <a:r>
              <a:rPr lang="en-US" sz="1200" dirty="0" err="1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überarbeiten</a:t>
            </a:r>
            <a:endParaRPr lang="en-US" sz="1200" dirty="0">
              <a:solidFill>
                <a:schemeClr val="accent6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Heptagon 43">
            <a:extLst>
              <a:ext uri="{FF2B5EF4-FFF2-40B4-BE49-F238E27FC236}">
                <a16:creationId xmlns:a16="http://schemas.microsoft.com/office/drawing/2014/main" id="{945E2101-F2D7-868C-CAD1-579F88705A29}"/>
              </a:ext>
            </a:extLst>
          </p:cNvPr>
          <p:cNvSpPr/>
          <p:nvPr/>
        </p:nvSpPr>
        <p:spPr>
          <a:xfrm>
            <a:off x="1999425" y="3887681"/>
            <a:ext cx="684422" cy="684422"/>
          </a:xfrm>
          <a:prstGeom prst="heptagon">
            <a:avLst/>
          </a:prstGeom>
          <a:solidFill>
            <a:schemeClr val="tx2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Heptagon 45">
            <a:extLst>
              <a:ext uri="{FF2B5EF4-FFF2-40B4-BE49-F238E27FC236}">
                <a16:creationId xmlns:a16="http://schemas.microsoft.com/office/drawing/2014/main" id="{341CC9D8-75A2-A073-D00D-2BB975042768}"/>
              </a:ext>
            </a:extLst>
          </p:cNvPr>
          <p:cNvSpPr/>
          <p:nvPr/>
        </p:nvSpPr>
        <p:spPr>
          <a:xfrm>
            <a:off x="1975081" y="1730531"/>
            <a:ext cx="684422" cy="684422"/>
          </a:xfrm>
          <a:prstGeom prst="heptagon">
            <a:avLst/>
          </a:prstGeom>
          <a:solidFill>
            <a:schemeClr val="accent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73769-33B2-4779-A76A-0FB0FFF756C8}"/>
              </a:ext>
            </a:extLst>
          </p:cNvPr>
          <p:cNvSpPr txBox="1"/>
          <p:nvPr/>
        </p:nvSpPr>
        <p:spPr>
          <a:xfrm>
            <a:off x="195716" y="105182"/>
            <a:ext cx="84138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PHASE 1</a:t>
            </a:r>
          </a:p>
        </p:txBody>
      </p:sp>
    </p:spTree>
    <p:extLst>
      <p:ext uri="{BB962C8B-B14F-4D97-AF65-F5344CB8AC3E}">
        <p14:creationId xmlns:p14="http://schemas.microsoft.com/office/powerpoint/2010/main" val="3634812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bstract white geometric texture">
            <a:extLst>
              <a:ext uri="{FF2B5EF4-FFF2-40B4-BE49-F238E27FC236}">
                <a16:creationId xmlns:a16="http://schemas.microsoft.com/office/drawing/2014/main" id="{1E74E494-53B3-F94F-5D19-F43AD4B5E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373" y="0"/>
            <a:ext cx="12203371" cy="6858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109A790-D654-CBF7-3478-42AB6D402D1C}"/>
              </a:ext>
            </a:extLst>
          </p:cNvPr>
          <p:cNvSpPr txBox="1"/>
          <p:nvPr/>
        </p:nvSpPr>
        <p:spPr>
          <a:xfrm>
            <a:off x="8445281" y="2464126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9E592E-1624-2698-0509-E6595D82041E}"/>
              </a:ext>
            </a:extLst>
          </p:cNvPr>
          <p:cNvSpPr txBox="1"/>
          <p:nvPr/>
        </p:nvSpPr>
        <p:spPr>
          <a:xfrm>
            <a:off x="8126096" y="2796014"/>
            <a:ext cx="3398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Videos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schneiden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&amp;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fertigstellen</a:t>
            </a:r>
            <a:endParaRPr lang="en-US" sz="1200" dirty="0">
              <a:solidFill>
                <a:schemeClr val="accent2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DE9991-7CDC-8860-5C22-C2A357AD2BAD}"/>
              </a:ext>
            </a:extLst>
          </p:cNvPr>
          <p:cNvSpPr txBox="1"/>
          <p:nvPr/>
        </p:nvSpPr>
        <p:spPr>
          <a:xfrm>
            <a:off x="1024725" y="4660201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8D78CB-C046-6DD1-7BAB-53B19935E9FA}"/>
              </a:ext>
            </a:extLst>
          </p:cNvPr>
          <p:cNvSpPr txBox="1"/>
          <p:nvPr/>
        </p:nvSpPr>
        <p:spPr>
          <a:xfrm>
            <a:off x="1307524" y="4992089"/>
            <a:ext cx="2174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Korrospondenten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für Videos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finden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–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zeitgleich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als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Verantwortliche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(r) für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Verteilung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Sticker + Poster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9CDEFC-C763-D16A-94CF-D51FF5914BB7}"/>
              </a:ext>
            </a:extLst>
          </p:cNvPr>
          <p:cNvSpPr txBox="1"/>
          <p:nvPr/>
        </p:nvSpPr>
        <p:spPr>
          <a:xfrm>
            <a:off x="987983" y="2449567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0563B0-6588-44C8-B71E-D8DB26FB91A3}"/>
              </a:ext>
            </a:extLst>
          </p:cNvPr>
          <p:cNvSpPr txBox="1"/>
          <p:nvPr/>
        </p:nvSpPr>
        <p:spPr>
          <a:xfrm>
            <a:off x="1258655" y="2787291"/>
            <a:ext cx="2174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Videos </a:t>
            </a:r>
            <a:r>
              <a:rPr lang="en-US" sz="1200" dirty="0" err="1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drehen</a:t>
            </a:r>
            <a:endParaRPr lang="en-US" sz="1200" dirty="0">
              <a:solidFill>
                <a:schemeClr val="accent6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Heptagon 41">
            <a:extLst>
              <a:ext uri="{FF2B5EF4-FFF2-40B4-BE49-F238E27FC236}">
                <a16:creationId xmlns:a16="http://schemas.microsoft.com/office/drawing/2014/main" id="{2BA2E32F-8A95-17E0-560B-FF9945B04693}"/>
              </a:ext>
            </a:extLst>
          </p:cNvPr>
          <p:cNvSpPr/>
          <p:nvPr/>
        </p:nvSpPr>
        <p:spPr>
          <a:xfrm>
            <a:off x="9432377" y="1731032"/>
            <a:ext cx="684422" cy="684422"/>
          </a:xfrm>
          <a:prstGeom prst="heptagon">
            <a:avLst/>
          </a:prstGeom>
          <a:solidFill>
            <a:schemeClr val="accent2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Heptagon 43">
            <a:extLst>
              <a:ext uri="{FF2B5EF4-FFF2-40B4-BE49-F238E27FC236}">
                <a16:creationId xmlns:a16="http://schemas.microsoft.com/office/drawing/2014/main" id="{945E2101-F2D7-868C-CAD1-579F88705A29}"/>
              </a:ext>
            </a:extLst>
          </p:cNvPr>
          <p:cNvSpPr/>
          <p:nvPr/>
        </p:nvSpPr>
        <p:spPr>
          <a:xfrm>
            <a:off x="1999425" y="3887681"/>
            <a:ext cx="684422" cy="684422"/>
          </a:xfrm>
          <a:prstGeom prst="heptagon">
            <a:avLst/>
          </a:prstGeom>
          <a:solidFill>
            <a:schemeClr val="tx2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Heptagon 45">
            <a:extLst>
              <a:ext uri="{FF2B5EF4-FFF2-40B4-BE49-F238E27FC236}">
                <a16:creationId xmlns:a16="http://schemas.microsoft.com/office/drawing/2014/main" id="{341CC9D8-75A2-A073-D00D-2BB975042768}"/>
              </a:ext>
            </a:extLst>
          </p:cNvPr>
          <p:cNvSpPr/>
          <p:nvPr/>
        </p:nvSpPr>
        <p:spPr>
          <a:xfrm>
            <a:off x="1975081" y="1730531"/>
            <a:ext cx="684422" cy="684422"/>
          </a:xfrm>
          <a:prstGeom prst="heptagon">
            <a:avLst/>
          </a:prstGeom>
          <a:solidFill>
            <a:schemeClr val="accent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73769-33B2-4779-A76A-0FB0FFF756C8}"/>
              </a:ext>
            </a:extLst>
          </p:cNvPr>
          <p:cNvSpPr txBox="1"/>
          <p:nvPr/>
        </p:nvSpPr>
        <p:spPr>
          <a:xfrm>
            <a:off x="195716" y="105182"/>
            <a:ext cx="84138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PHASE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BD451-B59B-7C72-A168-1495E895C275}"/>
              </a:ext>
            </a:extLst>
          </p:cNvPr>
          <p:cNvSpPr txBox="1"/>
          <p:nvPr/>
        </p:nvSpPr>
        <p:spPr>
          <a:xfrm>
            <a:off x="8513578" y="4643779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C4C31-C52C-2F0B-9288-67BA21CF151F}"/>
              </a:ext>
            </a:extLst>
          </p:cNvPr>
          <p:cNvSpPr txBox="1"/>
          <p:nvPr/>
        </p:nvSpPr>
        <p:spPr>
          <a:xfrm>
            <a:off x="8796377" y="4975667"/>
            <a:ext cx="2174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Die </a:t>
            </a:r>
            <a:r>
              <a:rPr lang="en-US" sz="1200" dirty="0" err="1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Marktleader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vorbereiten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über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ein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Teams-Meeting</a:t>
            </a:r>
          </a:p>
        </p:txBody>
      </p:sp>
      <p:sp>
        <p:nvSpPr>
          <p:cNvPr id="11" name="Heptagon 10">
            <a:extLst>
              <a:ext uri="{FF2B5EF4-FFF2-40B4-BE49-F238E27FC236}">
                <a16:creationId xmlns:a16="http://schemas.microsoft.com/office/drawing/2014/main" id="{2168E67E-5F83-4AE5-4821-FDD49E936396}"/>
              </a:ext>
            </a:extLst>
          </p:cNvPr>
          <p:cNvSpPr/>
          <p:nvPr/>
        </p:nvSpPr>
        <p:spPr>
          <a:xfrm>
            <a:off x="9488278" y="3871259"/>
            <a:ext cx="684422" cy="684422"/>
          </a:xfrm>
          <a:prstGeom prst="heptagon">
            <a:avLst/>
          </a:prstGeom>
          <a:solidFill>
            <a:schemeClr val="accent4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Heptagon 4">
            <a:extLst>
              <a:ext uri="{FF2B5EF4-FFF2-40B4-BE49-F238E27FC236}">
                <a16:creationId xmlns:a16="http://schemas.microsoft.com/office/drawing/2014/main" id="{617EF6C1-33AC-1B37-5149-6263490FB6B6}"/>
              </a:ext>
            </a:extLst>
          </p:cNvPr>
          <p:cNvSpPr/>
          <p:nvPr/>
        </p:nvSpPr>
        <p:spPr>
          <a:xfrm>
            <a:off x="4240306" y="1819835"/>
            <a:ext cx="3218330" cy="3218330"/>
          </a:xfrm>
          <a:prstGeom prst="heptagon">
            <a:avLst/>
          </a:prstGeom>
          <a:solidFill>
            <a:schemeClr val="accent6"/>
          </a:solidFill>
          <a:ln w="5715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6EDD38-434B-E152-4865-F093A5B20E9E}"/>
              </a:ext>
            </a:extLst>
          </p:cNvPr>
          <p:cNvSpPr txBox="1"/>
          <p:nvPr/>
        </p:nvSpPr>
        <p:spPr>
          <a:xfrm>
            <a:off x="4240306" y="2528933"/>
            <a:ext cx="33002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PHASE 2</a:t>
            </a:r>
          </a:p>
          <a:p>
            <a:pPr algn="ctr"/>
            <a:r>
              <a:rPr lang="en-US" sz="2800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Vorbereitung</a:t>
            </a: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&amp; </a:t>
            </a:r>
            <a:r>
              <a:rPr lang="en-US" sz="2800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Involvierung</a:t>
            </a: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der </a:t>
            </a:r>
            <a:r>
              <a:rPr lang="en-US" sz="2800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Marketleader</a:t>
            </a:r>
            <a:endParaRPr lang="en-US" sz="2400" b="1" dirty="0">
              <a:solidFill>
                <a:schemeClr val="accent6">
                  <a:lumMod val="20000"/>
                  <a:lumOff val="8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TextBox 25">
            <a:extLst>
              <a:ext uri="{FF2B5EF4-FFF2-40B4-BE49-F238E27FC236}">
                <a16:creationId xmlns:a16="http://schemas.microsoft.com/office/drawing/2014/main" id="{4CE73738-A1BF-E1FD-CABA-FAA69F1540A6}"/>
              </a:ext>
            </a:extLst>
          </p:cNvPr>
          <p:cNvSpPr txBox="1"/>
          <p:nvPr/>
        </p:nvSpPr>
        <p:spPr>
          <a:xfrm>
            <a:off x="4559491" y="6010186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5</a:t>
            </a: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3B7B5192-B298-6AA4-00CD-3DC9DB050BB4}"/>
              </a:ext>
            </a:extLst>
          </p:cNvPr>
          <p:cNvSpPr txBox="1"/>
          <p:nvPr/>
        </p:nvSpPr>
        <p:spPr>
          <a:xfrm>
            <a:off x="4240306" y="6342074"/>
            <a:ext cx="3398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Poster </a:t>
            </a:r>
            <a:r>
              <a:rPr lang="en-US" sz="1200" dirty="0" err="1">
                <a:solidFill>
                  <a:schemeClr val="accent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drucken</a:t>
            </a:r>
            <a:endParaRPr lang="en-US" sz="1200" dirty="0">
              <a:solidFill>
                <a:schemeClr val="accent3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Heptagon 41">
            <a:extLst>
              <a:ext uri="{FF2B5EF4-FFF2-40B4-BE49-F238E27FC236}">
                <a16:creationId xmlns:a16="http://schemas.microsoft.com/office/drawing/2014/main" id="{3E734132-6584-23A3-5642-75E59B5EDB6B}"/>
              </a:ext>
            </a:extLst>
          </p:cNvPr>
          <p:cNvSpPr/>
          <p:nvPr/>
        </p:nvSpPr>
        <p:spPr>
          <a:xfrm>
            <a:off x="5546587" y="5277092"/>
            <a:ext cx="684422" cy="684422"/>
          </a:xfrm>
          <a:prstGeom prst="heptagon">
            <a:avLst/>
          </a:prstGeom>
          <a:solidFill>
            <a:schemeClr val="accent3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188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bstract white geometric texture">
            <a:extLst>
              <a:ext uri="{FF2B5EF4-FFF2-40B4-BE49-F238E27FC236}">
                <a16:creationId xmlns:a16="http://schemas.microsoft.com/office/drawing/2014/main" id="{1E74E494-53B3-F94F-5D19-F43AD4B5E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373" y="0"/>
            <a:ext cx="12203371" cy="6858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109A790-D654-CBF7-3478-42AB6D402D1C}"/>
              </a:ext>
            </a:extLst>
          </p:cNvPr>
          <p:cNvSpPr txBox="1"/>
          <p:nvPr/>
        </p:nvSpPr>
        <p:spPr>
          <a:xfrm>
            <a:off x="8445281" y="2464126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9E592E-1624-2698-0509-E6595D82041E}"/>
              </a:ext>
            </a:extLst>
          </p:cNvPr>
          <p:cNvSpPr txBox="1"/>
          <p:nvPr/>
        </p:nvSpPr>
        <p:spPr>
          <a:xfrm>
            <a:off x="8126096" y="2796014"/>
            <a:ext cx="3398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Das Intro-Video und das Assistant-Video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versenden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um alle (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potenziellen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Teilnehmer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zu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erreichen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und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motivieren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mitzumachen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DE9991-7CDC-8860-5C22-C2A357AD2BAD}"/>
              </a:ext>
            </a:extLst>
          </p:cNvPr>
          <p:cNvSpPr txBox="1"/>
          <p:nvPr/>
        </p:nvSpPr>
        <p:spPr>
          <a:xfrm>
            <a:off x="1024725" y="4660201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8D78CB-C046-6DD1-7BAB-53B19935E9FA}"/>
              </a:ext>
            </a:extLst>
          </p:cNvPr>
          <p:cNvSpPr txBox="1"/>
          <p:nvPr/>
        </p:nvSpPr>
        <p:spPr>
          <a:xfrm>
            <a:off x="1307524" y="4992089"/>
            <a:ext cx="21744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Detaillierte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Mail an alle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identifizierten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Marketleader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bzgl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Vorgaben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Erwartungshaltung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Verhaltensrichtlinien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9CDEFC-C763-D16A-94CF-D51FF5914BB7}"/>
              </a:ext>
            </a:extLst>
          </p:cNvPr>
          <p:cNvSpPr txBox="1"/>
          <p:nvPr/>
        </p:nvSpPr>
        <p:spPr>
          <a:xfrm>
            <a:off x="987983" y="2449567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0563B0-6588-44C8-B71E-D8DB26FB91A3}"/>
              </a:ext>
            </a:extLst>
          </p:cNvPr>
          <p:cNvSpPr txBox="1"/>
          <p:nvPr/>
        </p:nvSpPr>
        <p:spPr>
          <a:xfrm>
            <a:off x="996945" y="2787291"/>
            <a:ext cx="257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Sticker an die </a:t>
            </a:r>
            <a:r>
              <a:rPr lang="en-US" sz="1200" dirty="0" err="1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Verantwortlichen</a:t>
            </a:r>
            <a:r>
              <a:rPr lang="en-US" sz="1200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</a:t>
            </a:r>
            <a:r>
              <a:rPr lang="en-US" sz="1200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Markt </a:t>
            </a:r>
            <a:r>
              <a:rPr lang="en-US" sz="1200" dirty="0" err="1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senden</a:t>
            </a:r>
            <a:endParaRPr lang="en-US" sz="1200" dirty="0">
              <a:solidFill>
                <a:schemeClr val="accent6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Heptagon 41">
            <a:extLst>
              <a:ext uri="{FF2B5EF4-FFF2-40B4-BE49-F238E27FC236}">
                <a16:creationId xmlns:a16="http://schemas.microsoft.com/office/drawing/2014/main" id="{2BA2E32F-8A95-17E0-560B-FF9945B04693}"/>
              </a:ext>
            </a:extLst>
          </p:cNvPr>
          <p:cNvSpPr/>
          <p:nvPr/>
        </p:nvSpPr>
        <p:spPr>
          <a:xfrm>
            <a:off x="9432377" y="1731032"/>
            <a:ext cx="684422" cy="684422"/>
          </a:xfrm>
          <a:prstGeom prst="heptagon">
            <a:avLst/>
          </a:prstGeom>
          <a:solidFill>
            <a:schemeClr val="accent2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Heptagon 43">
            <a:extLst>
              <a:ext uri="{FF2B5EF4-FFF2-40B4-BE49-F238E27FC236}">
                <a16:creationId xmlns:a16="http://schemas.microsoft.com/office/drawing/2014/main" id="{945E2101-F2D7-868C-CAD1-579F88705A29}"/>
              </a:ext>
            </a:extLst>
          </p:cNvPr>
          <p:cNvSpPr/>
          <p:nvPr/>
        </p:nvSpPr>
        <p:spPr>
          <a:xfrm>
            <a:off x="1999425" y="3887681"/>
            <a:ext cx="684422" cy="684422"/>
          </a:xfrm>
          <a:prstGeom prst="heptagon">
            <a:avLst/>
          </a:prstGeom>
          <a:solidFill>
            <a:schemeClr val="tx2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Heptagon 45">
            <a:extLst>
              <a:ext uri="{FF2B5EF4-FFF2-40B4-BE49-F238E27FC236}">
                <a16:creationId xmlns:a16="http://schemas.microsoft.com/office/drawing/2014/main" id="{341CC9D8-75A2-A073-D00D-2BB975042768}"/>
              </a:ext>
            </a:extLst>
          </p:cNvPr>
          <p:cNvSpPr/>
          <p:nvPr/>
        </p:nvSpPr>
        <p:spPr>
          <a:xfrm>
            <a:off x="1975081" y="1730531"/>
            <a:ext cx="684422" cy="684422"/>
          </a:xfrm>
          <a:prstGeom prst="heptagon">
            <a:avLst/>
          </a:prstGeom>
          <a:solidFill>
            <a:schemeClr val="accent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73769-33B2-4779-A76A-0FB0FFF756C8}"/>
              </a:ext>
            </a:extLst>
          </p:cNvPr>
          <p:cNvSpPr txBox="1"/>
          <p:nvPr/>
        </p:nvSpPr>
        <p:spPr>
          <a:xfrm>
            <a:off x="195716" y="105182"/>
            <a:ext cx="84138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PHASE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BD451-B59B-7C72-A168-1495E895C275}"/>
              </a:ext>
            </a:extLst>
          </p:cNvPr>
          <p:cNvSpPr txBox="1"/>
          <p:nvPr/>
        </p:nvSpPr>
        <p:spPr>
          <a:xfrm>
            <a:off x="8513578" y="4643779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C4C31-C52C-2F0B-9288-67BA21CF151F}"/>
              </a:ext>
            </a:extLst>
          </p:cNvPr>
          <p:cNvSpPr txBox="1"/>
          <p:nvPr/>
        </p:nvSpPr>
        <p:spPr>
          <a:xfrm>
            <a:off x="8796377" y="4975667"/>
            <a:ext cx="2174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Einladungen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den Slack-Channel</a:t>
            </a:r>
          </a:p>
        </p:txBody>
      </p:sp>
      <p:sp>
        <p:nvSpPr>
          <p:cNvPr id="11" name="Heptagon 10">
            <a:extLst>
              <a:ext uri="{FF2B5EF4-FFF2-40B4-BE49-F238E27FC236}">
                <a16:creationId xmlns:a16="http://schemas.microsoft.com/office/drawing/2014/main" id="{2168E67E-5F83-4AE5-4821-FDD49E936396}"/>
              </a:ext>
            </a:extLst>
          </p:cNvPr>
          <p:cNvSpPr/>
          <p:nvPr/>
        </p:nvSpPr>
        <p:spPr>
          <a:xfrm>
            <a:off x="9488278" y="3871259"/>
            <a:ext cx="684422" cy="684422"/>
          </a:xfrm>
          <a:prstGeom prst="heptagon">
            <a:avLst/>
          </a:prstGeom>
          <a:solidFill>
            <a:schemeClr val="accent4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Heptagon 1">
            <a:extLst>
              <a:ext uri="{FF2B5EF4-FFF2-40B4-BE49-F238E27FC236}">
                <a16:creationId xmlns:a16="http://schemas.microsoft.com/office/drawing/2014/main" id="{5F2A3FB2-C218-730E-98ED-E1FF61F401CE}"/>
              </a:ext>
            </a:extLst>
          </p:cNvPr>
          <p:cNvSpPr/>
          <p:nvPr/>
        </p:nvSpPr>
        <p:spPr>
          <a:xfrm>
            <a:off x="4240306" y="1819835"/>
            <a:ext cx="3218330" cy="3218330"/>
          </a:xfrm>
          <a:prstGeom prst="heptagon">
            <a:avLst/>
          </a:prstGeom>
          <a:solidFill>
            <a:schemeClr val="tx2">
              <a:lumMod val="60000"/>
              <a:lumOff val="4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51BDF-9310-2A49-1B00-BA625A0BE78E}"/>
              </a:ext>
            </a:extLst>
          </p:cNvPr>
          <p:cNvSpPr txBox="1"/>
          <p:nvPr/>
        </p:nvSpPr>
        <p:spPr>
          <a:xfrm>
            <a:off x="4500004" y="2660232"/>
            <a:ext cx="27732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PHASE 3</a:t>
            </a:r>
          </a:p>
          <a:p>
            <a:pPr algn="ctr"/>
            <a:r>
              <a:rPr lang="en-US" sz="32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Involvierung</a:t>
            </a:r>
            <a:r>
              <a:rPr lang="en-US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der </a:t>
            </a:r>
            <a:r>
              <a:rPr lang="en-US" sz="32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Märkte</a:t>
            </a:r>
            <a:endParaRPr lang="en-US" sz="3200" b="1" dirty="0">
              <a:solidFill>
                <a:schemeClr val="accent5">
                  <a:lumMod val="20000"/>
                  <a:lumOff val="8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450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bstract white geometric texture">
            <a:extLst>
              <a:ext uri="{FF2B5EF4-FFF2-40B4-BE49-F238E27FC236}">
                <a16:creationId xmlns:a16="http://schemas.microsoft.com/office/drawing/2014/main" id="{1E74E494-53B3-F94F-5D19-F43AD4B5E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03371" cy="6858000"/>
          </a:xfrm>
          <a:prstGeom prst="rect">
            <a:avLst/>
          </a:prstGeom>
        </p:spPr>
      </p:pic>
      <p:pic>
        <p:nvPicPr>
          <p:cNvPr id="7" name="Grafik 6" descr="Pfeil Kreis mit einfarbiger Füllung">
            <a:extLst>
              <a:ext uri="{FF2B5EF4-FFF2-40B4-BE49-F238E27FC236}">
                <a16:creationId xmlns:a16="http://schemas.microsoft.com/office/drawing/2014/main" id="{2786292E-DA38-9FD4-22E8-A049BB54C9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0551" y="-568158"/>
            <a:ext cx="7994316" cy="799431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109A790-D654-CBF7-3478-42AB6D402D1C}"/>
              </a:ext>
            </a:extLst>
          </p:cNvPr>
          <p:cNvSpPr txBox="1"/>
          <p:nvPr/>
        </p:nvSpPr>
        <p:spPr>
          <a:xfrm>
            <a:off x="2332800" y="5659559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9E592E-1624-2698-0509-E6595D82041E}"/>
              </a:ext>
            </a:extLst>
          </p:cNvPr>
          <p:cNvSpPr txBox="1"/>
          <p:nvPr/>
        </p:nvSpPr>
        <p:spPr>
          <a:xfrm>
            <a:off x="2013615" y="5991447"/>
            <a:ext cx="3398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Rückfragen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von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Teilnehmenern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beantworten</a:t>
            </a:r>
            <a:endParaRPr lang="en-US" sz="1200" dirty="0">
              <a:solidFill>
                <a:schemeClr val="accent2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DE9991-7CDC-8860-5C22-C2A357AD2BAD}"/>
              </a:ext>
            </a:extLst>
          </p:cNvPr>
          <p:cNvSpPr txBox="1"/>
          <p:nvPr/>
        </p:nvSpPr>
        <p:spPr>
          <a:xfrm>
            <a:off x="376824" y="3963125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8D78CB-C046-6DD1-7BAB-53B19935E9FA}"/>
              </a:ext>
            </a:extLst>
          </p:cNvPr>
          <p:cNvSpPr txBox="1"/>
          <p:nvPr/>
        </p:nvSpPr>
        <p:spPr>
          <a:xfrm>
            <a:off x="659623" y="4295013"/>
            <a:ext cx="21744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Hype-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Erzeugung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während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der TLSEMW2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durch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“Leading by good example”</a:t>
            </a:r>
          </a:p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Aller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Studierenden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aus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dem Student Hub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9CDEFC-C763-D16A-94CF-D51FF5914BB7}"/>
              </a:ext>
            </a:extLst>
          </p:cNvPr>
          <p:cNvSpPr txBox="1"/>
          <p:nvPr/>
        </p:nvSpPr>
        <p:spPr>
          <a:xfrm>
            <a:off x="1470035" y="1752491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0563B0-6588-44C8-B71E-D8DB26FB91A3}"/>
              </a:ext>
            </a:extLst>
          </p:cNvPr>
          <p:cNvSpPr txBox="1"/>
          <p:nvPr/>
        </p:nvSpPr>
        <p:spPr>
          <a:xfrm>
            <a:off x="1478997" y="2090215"/>
            <a:ext cx="257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Die Challenges </a:t>
            </a:r>
            <a:r>
              <a:rPr lang="en-US" sz="1200" dirty="0" err="1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täglich</a:t>
            </a:r>
            <a:r>
              <a:rPr lang="en-US" sz="1200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</a:t>
            </a:r>
            <a:r>
              <a:rPr lang="en-US" sz="1200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Slack-Channel und per E-Mail </a:t>
            </a:r>
            <a:r>
              <a:rPr lang="en-US" sz="1200" dirty="0" err="1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verteilen</a:t>
            </a:r>
            <a:endParaRPr lang="en-US" sz="1200" dirty="0">
              <a:solidFill>
                <a:schemeClr val="accent6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Heptagon 41">
            <a:extLst>
              <a:ext uri="{FF2B5EF4-FFF2-40B4-BE49-F238E27FC236}">
                <a16:creationId xmlns:a16="http://schemas.microsoft.com/office/drawing/2014/main" id="{2BA2E32F-8A95-17E0-560B-FF9945B04693}"/>
              </a:ext>
            </a:extLst>
          </p:cNvPr>
          <p:cNvSpPr/>
          <p:nvPr/>
        </p:nvSpPr>
        <p:spPr>
          <a:xfrm>
            <a:off x="3319896" y="4926465"/>
            <a:ext cx="684422" cy="684422"/>
          </a:xfrm>
          <a:prstGeom prst="heptagon">
            <a:avLst/>
          </a:prstGeom>
          <a:solidFill>
            <a:schemeClr val="accent2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Heptagon 43">
            <a:extLst>
              <a:ext uri="{FF2B5EF4-FFF2-40B4-BE49-F238E27FC236}">
                <a16:creationId xmlns:a16="http://schemas.microsoft.com/office/drawing/2014/main" id="{945E2101-F2D7-868C-CAD1-579F88705A29}"/>
              </a:ext>
            </a:extLst>
          </p:cNvPr>
          <p:cNvSpPr/>
          <p:nvPr/>
        </p:nvSpPr>
        <p:spPr>
          <a:xfrm>
            <a:off x="1351524" y="3190605"/>
            <a:ext cx="684422" cy="684422"/>
          </a:xfrm>
          <a:prstGeom prst="heptagon">
            <a:avLst/>
          </a:prstGeom>
          <a:solidFill>
            <a:schemeClr val="tx2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Heptagon 45">
            <a:extLst>
              <a:ext uri="{FF2B5EF4-FFF2-40B4-BE49-F238E27FC236}">
                <a16:creationId xmlns:a16="http://schemas.microsoft.com/office/drawing/2014/main" id="{341CC9D8-75A2-A073-D00D-2BB975042768}"/>
              </a:ext>
            </a:extLst>
          </p:cNvPr>
          <p:cNvSpPr/>
          <p:nvPr/>
        </p:nvSpPr>
        <p:spPr>
          <a:xfrm>
            <a:off x="2457133" y="1033455"/>
            <a:ext cx="684422" cy="684422"/>
          </a:xfrm>
          <a:prstGeom prst="heptagon">
            <a:avLst/>
          </a:prstGeom>
          <a:solidFill>
            <a:schemeClr val="accent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73769-33B2-4779-A76A-0FB0FFF756C8}"/>
              </a:ext>
            </a:extLst>
          </p:cNvPr>
          <p:cNvSpPr txBox="1"/>
          <p:nvPr/>
        </p:nvSpPr>
        <p:spPr>
          <a:xfrm>
            <a:off x="195716" y="105182"/>
            <a:ext cx="84138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PHASE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BD451-B59B-7C72-A168-1495E895C275}"/>
              </a:ext>
            </a:extLst>
          </p:cNvPr>
          <p:cNvSpPr txBox="1"/>
          <p:nvPr/>
        </p:nvSpPr>
        <p:spPr>
          <a:xfrm>
            <a:off x="7578841" y="1758327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C4C31-C52C-2F0B-9288-67BA21CF151F}"/>
              </a:ext>
            </a:extLst>
          </p:cNvPr>
          <p:cNvSpPr txBox="1"/>
          <p:nvPr/>
        </p:nvSpPr>
        <p:spPr>
          <a:xfrm>
            <a:off x="7861640" y="2090215"/>
            <a:ext cx="2174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Auswertung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der Challenges </a:t>
            </a:r>
            <a:r>
              <a:rPr lang="en-US" sz="1200" dirty="0" err="1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inkl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  <a:r>
              <a:rPr lang="en-US" sz="1200" dirty="0" err="1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Festlegung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der Gewinner etc.</a:t>
            </a:r>
          </a:p>
        </p:txBody>
      </p:sp>
      <p:sp>
        <p:nvSpPr>
          <p:cNvPr id="11" name="Heptagon 10">
            <a:extLst>
              <a:ext uri="{FF2B5EF4-FFF2-40B4-BE49-F238E27FC236}">
                <a16:creationId xmlns:a16="http://schemas.microsoft.com/office/drawing/2014/main" id="{2168E67E-5F83-4AE5-4821-FDD49E936396}"/>
              </a:ext>
            </a:extLst>
          </p:cNvPr>
          <p:cNvSpPr/>
          <p:nvPr/>
        </p:nvSpPr>
        <p:spPr>
          <a:xfrm>
            <a:off x="8553541" y="985807"/>
            <a:ext cx="684422" cy="684422"/>
          </a:xfrm>
          <a:prstGeom prst="heptagon">
            <a:avLst/>
          </a:prstGeom>
          <a:solidFill>
            <a:schemeClr val="accent4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Heptagon 4">
            <a:extLst>
              <a:ext uri="{FF2B5EF4-FFF2-40B4-BE49-F238E27FC236}">
                <a16:creationId xmlns:a16="http://schemas.microsoft.com/office/drawing/2014/main" id="{AE7ED668-7014-9C80-907F-292E643A4AB3}"/>
              </a:ext>
            </a:extLst>
          </p:cNvPr>
          <p:cNvSpPr/>
          <p:nvPr/>
        </p:nvSpPr>
        <p:spPr>
          <a:xfrm>
            <a:off x="4240306" y="1819835"/>
            <a:ext cx="3218330" cy="3218330"/>
          </a:xfrm>
          <a:prstGeom prst="heptagon">
            <a:avLst/>
          </a:prstGeom>
          <a:solidFill>
            <a:schemeClr val="tx2"/>
          </a:solidFill>
          <a:ln w="57150"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BA850-D6EC-430F-D076-47E4463FBB50}"/>
              </a:ext>
            </a:extLst>
          </p:cNvPr>
          <p:cNvSpPr txBox="1"/>
          <p:nvPr/>
        </p:nvSpPr>
        <p:spPr>
          <a:xfrm>
            <a:off x="4494250" y="2413380"/>
            <a:ext cx="27732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PHASE 4</a:t>
            </a:r>
          </a:p>
          <a:p>
            <a:pPr algn="ctr"/>
            <a:r>
              <a:rPr lang="en-US" sz="28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Start der TLS EMEA Marketing Week 2.0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04747-453C-6099-CAAA-B5817BADB244}"/>
              </a:ext>
            </a:extLst>
          </p:cNvPr>
          <p:cNvSpPr txBox="1"/>
          <p:nvPr/>
        </p:nvSpPr>
        <p:spPr>
          <a:xfrm>
            <a:off x="8874832" y="3901496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37EDC3-1FFD-0D5E-4CA7-219988F922BD}"/>
              </a:ext>
            </a:extLst>
          </p:cNvPr>
          <p:cNvSpPr txBox="1"/>
          <p:nvPr/>
        </p:nvSpPr>
        <p:spPr>
          <a:xfrm>
            <a:off x="9038462" y="4233384"/>
            <a:ext cx="2388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Auf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Probleme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während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der TLSEMW2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achten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und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diese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schnellstmöglich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beheben</a:t>
            </a:r>
            <a:endParaRPr lang="en-US" sz="1200" dirty="0">
              <a:solidFill>
                <a:schemeClr val="accent6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Heptagon 15">
            <a:extLst>
              <a:ext uri="{FF2B5EF4-FFF2-40B4-BE49-F238E27FC236}">
                <a16:creationId xmlns:a16="http://schemas.microsoft.com/office/drawing/2014/main" id="{7D2278C1-CE20-B954-CD4F-D3B70489FAB5}"/>
              </a:ext>
            </a:extLst>
          </p:cNvPr>
          <p:cNvSpPr/>
          <p:nvPr/>
        </p:nvSpPr>
        <p:spPr>
          <a:xfrm>
            <a:off x="9849532" y="3128976"/>
            <a:ext cx="684422" cy="684422"/>
          </a:xfrm>
          <a:prstGeom prst="heptagon">
            <a:avLst/>
          </a:prstGeom>
          <a:solidFill>
            <a:schemeClr val="accent6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A18DE0-50E2-714D-04FD-B53A67D7AFD7}"/>
              </a:ext>
            </a:extLst>
          </p:cNvPr>
          <p:cNvSpPr txBox="1"/>
          <p:nvPr/>
        </p:nvSpPr>
        <p:spPr>
          <a:xfrm>
            <a:off x="6938092" y="5677070"/>
            <a:ext cx="26536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TASK 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16F9F8-7250-930C-2CC9-91C5B2A1C726}"/>
              </a:ext>
            </a:extLst>
          </p:cNvPr>
          <p:cNvSpPr txBox="1"/>
          <p:nvPr/>
        </p:nvSpPr>
        <p:spPr>
          <a:xfrm>
            <a:off x="6170536" y="6048907"/>
            <a:ext cx="4363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Auswertung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des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Erfolges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der TLSEMW2 –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Beispielsweise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durch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KPIs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wie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Anzahl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Teilnehmer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Slack-Channel,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Teilnehmer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der Challenges und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durch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subjektive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Wahrnehmung</a:t>
            </a:r>
            <a:endParaRPr lang="en-US" sz="1200" dirty="0">
              <a:solidFill>
                <a:schemeClr val="accent5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Heptagon 18">
            <a:extLst>
              <a:ext uri="{FF2B5EF4-FFF2-40B4-BE49-F238E27FC236}">
                <a16:creationId xmlns:a16="http://schemas.microsoft.com/office/drawing/2014/main" id="{822E2508-A3AB-5EDC-B4A9-B3193C396681}"/>
              </a:ext>
            </a:extLst>
          </p:cNvPr>
          <p:cNvSpPr/>
          <p:nvPr/>
        </p:nvSpPr>
        <p:spPr>
          <a:xfrm>
            <a:off x="7925188" y="4943976"/>
            <a:ext cx="684422" cy="684422"/>
          </a:xfrm>
          <a:prstGeom prst="heptagon">
            <a:avLst/>
          </a:prstGeom>
          <a:solidFill>
            <a:schemeClr val="accent5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07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D265-0960-9269-319D-19987EE4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74FE5-729C-EED3-B96C-9AE81460A06C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Ins="91440" bIns="4572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>
                <a:solidFill>
                  <a:srgbClr val="FFFFFF"/>
                </a:solidFill>
                <a:latin typeface="IBM Plex Sans"/>
              </a:rPr>
              <a:t>KOMMUNIKATIONSMATRIX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31740-C083-4D56-EAD9-F51702ED0A71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B36B6-9B8B-DF00-8D5D-C878C1F89188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597706-2CA1-3F36-F16A-4E08CFCBAFD2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DCA1232-CCD2-B9BE-905E-750143451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757316"/>
              </p:ext>
            </p:extLst>
          </p:nvPr>
        </p:nvGraphicFramePr>
        <p:xfrm>
          <a:off x="1511007" y="1215509"/>
          <a:ext cx="9765144" cy="42326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7524">
                  <a:extLst>
                    <a:ext uri="{9D8B030D-6E8A-4147-A177-3AD203B41FA5}">
                      <a16:colId xmlns:a16="http://schemas.microsoft.com/office/drawing/2014/main" val="3299593902"/>
                    </a:ext>
                  </a:extLst>
                </a:gridCol>
                <a:gridCol w="1627524">
                  <a:extLst>
                    <a:ext uri="{9D8B030D-6E8A-4147-A177-3AD203B41FA5}">
                      <a16:colId xmlns:a16="http://schemas.microsoft.com/office/drawing/2014/main" val="2029911984"/>
                    </a:ext>
                  </a:extLst>
                </a:gridCol>
                <a:gridCol w="1627524">
                  <a:extLst>
                    <a:ext uri="{9D8B030D-6E8A-4147-A177-3AD203B41FA5}">
                      <a16:colId xmlns:a16="http://schemas.microsoft.com/office/drawing/2014/main" val="654176500"/>
                    </a:ext>
                  </a:extLst>
                </a:gridCol>
                <a:gridCol w="1627524">
                  <a:extLst>
                    <a:ext uri="{9D8B030D-6E8A-4147-A177-3AD203B41FA5}">
                      <a16:colId xmlns:a16="http://schemas.microsoft.com/office/drawing/2014/main" val="680818528"/>
                    </a:ext>
                  </a:extLst>
                </a:gridCol>
                <a:gridCol w="1627524">
                  <a:extLst>
                    <a:ext uri="{9D8B030D-6E8A-4147-A177-3AD203B41FA5}">
                      <a16:colId xmlns:a16="http://schemas.microsoft.com/office/drawing/2014/main" val="3118187848"/>
                    </a:ext>
                  </a:extLst>
                </a:gridCol>
                <a:gridCol w="1627524">
                  <a:extLst>
                    <a:ext uri="{9D8B030D-6E8A-4147-A177-3AD203B41FA5}">
                      <a16:colId xmlns:a16="http://schemas.microsoft.com/office/drawing/2014/main" val="1083353665"/>
                    </a:ext>
                  </a:extLst>
                </a:gridCol>
              </a:tblGrid>
              <a:tr h="511414">
                <a:tc>
                  <a:txBody>
                    <a:bodyPr/>
                    <a:lstStyle/>
                    <a:p>
                      <a:r>
                        <a:rPr lang="de-DE" sz="1400"/>
                        <a:t>Wer?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An Wen?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Was?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Wann?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Wie?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Warum?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1563"/>
                  </a:ext>
                </a:extLst>
              </a:tr>
              <a:tr h="588877">
                <a:tc>
                  <a:txBody>
                    <a:bodyPr/>
                    <a:lstStyle/>
                    <a:p>
                      <a:r>
                        <a:rPr lang="de-DE" sz="1400" dirty="0"/>
                        <a:t>Maurice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Delivery</a:t>
                      </a:r>
                      <a:r>
                        <a:rPr lang="de-DE" sz="1400" dirty="0"/>
                        <a:t> Sales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Frage nach Verteilern für den Markt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ASAP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E-Mail / Slack / Telefon / 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Uns fehlen die </a:t>
                      </a:r>
                      <a:r>
                        <a:rPr lang="de-DE" sz="1400" dirty="0" err="1"/>
                        <a:t>Delivery</a:t>
                      </a:r>
                      <a:r>
                        <a:rPr lang="de-DE" sz="1400" dirty="0"/>
                        <a:t> Verteiler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27491"/>
                  </a:ext>
                </a:extLst>
              </a:tr>
              <a:tr h="511414">
                <a:tc>
                  <a:txBody>
                    <a:bodyPr/>
                    <a:lstStyle/>
                    <a:p>
                      <a:r>
                        <a:rPr lang="de-DE" sz="1400" dirty="0"/>
                        <a:t>Christoph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Market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Briefing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TBA – Christoph weiß dies am besten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highlight>
                            <a:srgbClr val="FFFF00"/>
                          </a:highlight>
                        </a:rPr>
                        <a:t>Power Point Pitch </a:t>
                      </a:r>
                      <a:r>
                        <a:rPr lang="de-DE" sz="1400" dirty="0"/>
                        <a:t>+ Q&amp;A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Vorbereitung für die </a:t>
                      </a:r>
                      <a:r>
                        <a:rPr lang="de-DE" sz="1400" dirty="0" err="1"/>
                        <a:t>Marketleader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49320"/>
                  </a:ext>
                </a:extLst>
              </a:tr>
              <a:tr h="588877">
                <a:tc>
                  <a:txBody>
                    <a:bodyPr/>
                    <a:lstStyle/>
                    <a:p>
                      <a:r>
                        <a:rPr lang="de-DE" sz="1400" dirty="0"/>
                        <a:t>Maurice / Christoph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Market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Detaillierter Plan für die MW inkl.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Nach Christophs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 dirty="0">
                          <a:highlight>
                            <a:srgbClr val="FFFF00"/>
                          </a:highlight>
                        </a:rPr>
                        <a:t>E-Mail /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Detaillierte Vorbereitung für die </a:t>
                      </a:r>
                      <a:r>
                        <a:rPr lang="de-DE" sz="1400" dirty="0" err="1"/>
                        <a:t>Marketleader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735239"/>
                  </a:ext>
                </a:extLst>
              </a:tr>
              <a:tr h="763360">
                <a:tc>
                  <a:txBody>
                    <a:bodyPr/>
                    <a:lstStyle/>
                    <a:p>
                      <a:r>
                        <a:rPr lang="de-DE" sz="1400" dirty="0"/>
                        <a:t>Maurice / Aaron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 dirty="0"/>
                        <a:t>Teilnehmende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226702"/>
                  </a:ext>
                </a:extLst>
              </a:tr>
              <a:tr h="763360"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340071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0141DDDA-B316-FE0D-A9F3-3BA930F1A6EF}"/>
              </a:ext>
            </a:extLst>
          </p:cNvPr>
          <p:cNvSpPr txBox="1"/>
          <p:nvPr/>
        </p:nvSpPr>
        <p:spPr>
          <a:xfrm>
            <a:off x="6481665" y="6058678"/>
            <a:ext cx="4758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highlight>
                  <a:srgbClr val="FFFF00"/>
                </a:highlight>
              </a:rPr>
              <a:t>Gelb markiert</a:t>
            </a:r>
            <a:r>
              <a:rPr lang="de-DE" dirty="0"/>
              <a:t>: Fehlt noch – muss erstellt werden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0D26908C-9E71-500F-4D76-471E2EFA5843}"/>
              </a:ext>
            </a:extLst>
          </p:cNvPr>
          <p:cNvCxnSpPr/>
          <p:nvPr/>
        </p:nvCxnSpPr>
        <p:spPr>
          <a:xfrm>
            <a:off x="815739" y="3906416"/>
            <a:ext cx="11078547" cy="0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Geschweifte Klammer links 6">
            <a:extLst>
              <a:ext uri="{FF2B5EF4-FFF2-40B4-BE49-F238E27FC236}">
                <a16:creationId xmlns:a16="http://schemas.microsoft.com/office/drawing/2014/main" id="{FCFC05FF-4C93-4EA4-C295-F1F09B7FE2C2}"/>
              </a:ext>
            </a:extLst>
          </p:cNvPr>
          <p:cNvSpPr/>
          <p:nvPr/>
        </p:nvSpPr>
        <p:spPr>
          <a:xfrm>
            <a:off x="731520" y="1971869"/>
            <a:ext cx="612088" cy="18225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BA8458B-A5C8-3F92-6C3A-1499F42150A9}"/>
              </a:ext>
            </a:extLst>
          </p:cNvPr>
          <p:cNvSpPr txBox="1"/>
          <p:nvPr/>
        </p:nvSpPr>
        <p:spPr>
          <a:xfrm>
            <a:off x="38375" y="2548969"/>
            <a:ext cx="953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Aktueller Fokus</a:t>
            </a:r>
          </a:p>
        </p:txBody>
      </p:sp>
    </p:spTree>
    <p:extLst>
      <p:ext uri="{BB962C8B-B14F-4D97-AF65-F5344CB8AC3E}">
        <p14:creationId xmlns:p14="http://schemas.microsoft.com/office/powerpoint/2010/main" val="2728118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1497</Words>
  <Application>Microsoft Macintosh PowerPoint</Application>
  <PresentationFormat>Breitbild</PresentationFormat>
  <Paragraphs>350</Paragraphs>
  <Slides>17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Helvetica Neue</vt:lpstr>
      <vt:lpstr>IBM Plex Sans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Maurice Haghighi Pajouh</cp:lastModifiedBy>
  <cp:revision>1</cp:revision>
  <dcterms:created xsi:type="dcterms:W3CDTF">2013-01-27T09:14:16Z</dcterms:created>
  <dcterms:modified xsi:type="dcterms:W3CDTF">2026-03-04T10:09:06Z</dcterms:modified>
  <cp:category/>
</cp:coreProperties>
</file>